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開場先請學員啟動 ssh-proxy 並連上 nano4-proxy，全班都連上再開始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proxy 若出現 Connection refused，代表視窗被關掉或已逾時，重新啟動並認證一次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常見的 ❌：沒有 module purge、日誌寫到沒建立的 logs/、在登入節點直接跑 Python、迴圈查詢 squeue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本節 Lab 1–9 都在本章目錄執行；Lab 1 可由講師帶過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可以把第一堂的 day1_fastqc_multiqc.slurm 和 Lab 0 Agent 寫的腳本投影出來，逐行對照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常見錯誤：陣列索引忘了減 1、--array 沒改成 1-4。卡住可對照 templates/array_fastq.slurm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參考答案：1. 每個樣本 1000 條 reads，GC 約 46–47%；2. 約 50–101 bp，長度不一致所以 warn；3. 4 個樣本都是 pass（綠色）；4. sample_04_R1 的 Per Sequence GC Content 為 fail，其他 3 個樣本為 warn，sample_04_R1 另有 Overrepresented Sequences warn；5. 不一定，1000 條 reads 太少，GC 分布容易有鋸齒，紅黃綠是提醒去看這張圖，不是自動淘汰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emini960114.github.io/Nano4-Doc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emini960114.github.io/Nano4-Docs/guide/course_plan#4-&#31532;&#20108;&#22530;slurm-&#33287;&#25105;&#30340;-skill&#31532;-0304-&#31456;3-&#23567;&#26178;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emini960114.github.io/Nano4-Docs/guide/03_slurm_syntax_and_job_management" TargetMode="External"/><Relationship Id="rId4" Type="http://schemas.openxmlformats.org/officeDocument/2006/relationships/hyperlink" Target="https://gemini960114.github.io/Nano4-Docs/guide/04_ai_assisted_bio_pipelin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emini960114.github.io/Nano4-Docs/guide/03_slurm_syntax_and_job_management#c-nano4-&#24120;&#29992;&#20295;&#21015;&#28165;&#21934;&#33287;-qos-&#38480;&#21046;" TargetMode="External"/><Relationship Id="rId4" Type="http://schemas.openxmlformats.org/officeDocument/2006/relationships/hyperlink" Target="https://man.twcc.ai/@nano4-manual/SJM_FuxDW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emini960114.github.io/Nano4-Docs/guide/03_slurm_syntax_and_job_management" TargetMode="External"/><Relationship Id="rId4" Type="http://schemas.openxmlformats.org/officeDocument/2006/relationships/hyperlink" Target="https://gemini960114.github.io/Nano4-Docs/guide/03_slurm_syntax_and_job_management#8-&#21021;&#23416;&#32773;&#24490;&#24207;&#28472;&#36914;&#23526;&#20316;&#28436;&#32244;-hands-on-lab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emini960114.github.io/Nano4-Docs/guide/03_slurm_syntax_and_job_management#-lab-0&#26262;&#36523;&#27794;&#26377;&#35215;&#21063;&#27284;&#26178;ai-&#26371;&#24590;&#40636;&#20570;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mini960114.github.io/Nano4-Docs/guide/03_slurm_syntax_and_job_management#-lab-0&#26262;&#36523;&#27794;&#26377;&#35215;&#21063;&#27284;&#26178;ai-&#26371;&#24590;&#40636;&#20570;" TargetMode="External"/><Relationship Id="rId4" Type="http://schemas.openxmlformats.org/officeDocument/2006/relationships/hyperlink" Target="https://gemini960114.github.io/Nano4-Docs/guide/agents_governanc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emini960114.github.io/Nano4-Docs/guide/03_slurm_syntax_and_job_management#1-&#28858;&#20160;&#40636;&#38656;&#35201;-slurm&#25490;&#31243;&#22120;&#36939;&#20316;&#26412;&#36074;" TargetMode="External"/><Relationship Id="rId4" Type="http://schemas.openxmlformats.org/officeDocument/2006/relationships/hyperlink" Target="https://man.twcc.ai/@nano4-manual/BkRXxZ_JMg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emini960114.github.io/Nano4-Docs/guide/03_slurm_syntax_and_job_management#a-&#35336;&#30059;&#37666;&#21253;&#39192;&#38989;&#33287;&#24115;&#34399;&#27402;&#38480;&#26597;&#35426;-wallet--sacctmgr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emini960114.github.io/Nano4-Docs/guide/03_slurm_syntax_and_job_management#b-&#23560;&#26696;&#39006;&#21029;&#33287;&#20295;&#21015;&#20998;&#21312;&#23565;&#25033;&#26550;&#27083;-project-vs-partiti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emini960114.github.io/Nano4-Docs/guide/03_slurm_syntax_and_job_management#c-nano4-&#24120;&#29992;&#20295;&#21015;&#28165;&#21934;&#33287;-qos-&#38480;&#21046;" TargetMode="External"/><Relationship Id="rId4" Type="http://schemas.openxmlformats.org/officeDocument/2006/relationships/hyperlink" Target="https://man.twcc.ai/@nano4-manual/SJM_FuxDW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emini960114.github.io/Nano4-Docs/guide/03_slurm_syntax_and_job_management#-lab-1&#26597;&#35426;&#20491;&#20154;&#23560;&#26696;&#37666;&#21253;&#33287;&#21487;&#29992;&#30340;&#25490;&#31243;&#20998;&#21312;" TargetMode="External"/><Relationship Id="rId4" Type="http://schemas.openxmlformats.org/officeDocument/2006/relationships/hyperlink" Target="https://github.com/gemini960114/Nano4-Docs/blob/main/03-slurm-syntax-and-job-management/scripts/slurm_status.sh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emini960114.github.io/Nano4-Docs/guide/03_slurm_syntax_and_job_management#&#26412;&#35506;&#31243;&#27161;&#28310;&#31684;&#20363;ngs62g&#20381;&#22283;&#32178;&#23448;&#26041;&#35215;&#26684;" TargetMode="External"/><Relationship Id="rId4" Type="http://schemas.openxmlformats.org/officeDocument/2006/relationships/hyperlink" Target="https://man.twcc.ai/xOYzPATVS_aDlbuqMrwhyg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emini960114.github.io/Nano4-Docs/guide/03_slurm_syntax_and_job_management#&#21443;&#25976;&#36895;&#26597;&#34920;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emini960114.github.io/Nano4-Docs/guide/03_slurm_syntax_and_job_management#4-&#36039;&#28304;&#37197;&#32622;&#38364;&#37749;&#22235;&#35201;&#32032;nodestaskscpus-&#33287;-memor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emini960114.github.io/Nano4-Docs/guide/03_slurm_syntax_and_job_management#-lab-2&#25552;&#20132;&#31532;&#19968;&#20491;-nano4-&#27161;&#28310;-cpu-&#25209;&#27425;&#20316;&#26989;" TargetMode="External"/><Relationship Id="rId4" Type="http://schemas.openxmlformats.org/officeDocument/2006/relationships/hyperlink" Target="https://github.com/gemini960114/Nano4-Docs/blob/main/03-slurm-syntax-and-job-management/templates/standard_cpu_job.slur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emini960114.github.io/Nano4-Docs/guide/03_slurm_syntax_and_job_management#a-&#25209;&#27425;&#38499;&#21015;&#20316;&#26989;-array-job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emini960114.github.io/Nano4-Docs/guide/03_slurm_syntax_and_job_management#-lab-4&#25209;&#27425;&#24179;&#34892;&#38499;&#21015;&#20316;&#26989;&#28436;&#32244;-array-jobs" TargetMode="External"/><Relationship Id="rId4" Type="http://schemas.openxmlformats.org/officeDocument/2006/relationships/hyperlink" Target="https://github.com/gemini960114/Nano4-Docs/blob/main/03-slurm-syntax-and-job-management/templates/array_job.slur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emini960114.github.io/Nano4-Docs/guide/03_slurm_syntax_and_job_management#b-&#27969;&#27700;&#32218;&#30456;&#20381;&#24615;&#20316;&#26989;-job-dependencie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emini960114.github.io/Nano4-Docs/guide/03_slurm_syntax_and_job_management#-lab-5&#33258;&#21205;&#21270;&#30456;&#20381;&#27969;&#27700;&#32218;&#20018;&#25509;-job-dependency" TargetMode="External"/><Relationship Id="rId4" Type="http://schemas.openxmlformats.org/officeDocument/2006/relationships/hyperlink" Target="https://github.com/gemini960114/Nano4-Docs/blob/main/03-slurm-syntax-and-job-management/templates/workflow_dependency.sh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emini960114.github.io/Nano4-Docs/guide/03_slurm_syntax_and_job_management#-lab-8&#33258;&#24049;&#25913;&#23531;&#38499;&#21015;&#20316;&#26989;&#19968;&#20491;&#23376;&#20219;&#21209;&#34389;&#29702;&#19968;&#20491;&#27171;&#26412;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emini960114.github.io/Nano4-Docs/guide/03_slurm_syntax_and_job_management#-lab-8&#33258;&#24049;&#25913;&#23531;&#38499;&#21015;&#20316;&#26989;&#19968;&#20491;&#23376;&#20219;&#21209;&#34389;&#29702;&#19968;&#20491;&#27171;&#26412;" TargetMode="External"/><Relationship Id="rId4" Type="http://schemas.openxmlformats.org/officeDocument/2006/relationships/hyperlink" Target="https://github.com/gemini960114/Nano4-Docs/blob/main/03-slurm-syntax-and-job-management/templates/array_fastq.slur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emini960114.github.io/Nano4-Docs/guide/03_slurm_syntax_and_job_management#d-&#20114;&#21205;&#24335;&#38500;&#37679;&#33287;&#21363;&#26178;&#38283;&#30332;-salloc--srun" TargetMode="External"/><Relationship Id="rId4" Type="http://schemas.openxmlformats.org/officeDocument/2006/relationships/hyperlink" Target="https://gemini960114.github.io/Nano4-Docs/guide/03_slurm_syntax_and_job_management#-lab-6&#21855;&#21205;&#21363;&#26178;&#38500;&#37679;&#20114;&#21205;&#32066;&#31471;-salloc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emini960114.github.io/Nano4-Docs/guide/03_slurm_syntax_and_job_management#c-nvidia-h200-gpu-&#36039;&#28304;&#30003;&#35531;" TargetMode="External"/><Relationship Id="rId4" Type="http://schemas.openxmlformats.org/officeDocument/2006/relationships/hyperlink" Target="https://gemini960114.github.io/Nano4-Docs/guide/03_slurm_syntax_and_job_management#e-&#21934;&#31680;&#40670;-vs-&#36328;&#31680;&#40670;-gpu-&#20998;&#25955;&#24335;&#36939;&#31639;&#26550;&#27083;&#33287;-benchmark-&#36855;&#24605;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emini960114.github.io/Nano4-Docs/guide/03_slurm_syntax_and_job_management#a-&#24120;&#29992;&#25490;&#31243;&#31649;&#29702;&#25351;&#20196;&#34920;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emini960114.github.io/Nano4-Docs/guide/03_slurm_syntax_and_job_management#b-&#20316;&#26989;&#29376;&#24907;&#20195;&#30908;&#23436;&#25972;&#36895;&#26597;-job-state-code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emini960114.github.io/Nano4-Docs/guide/03_slurm_syntax_and_job_management#c-&#26680;&#24515;&#25928;&#33021;&#35386;&#26039;&#31070;&#22120;seff-&#36991;&#20813;&#28010;&#36027;&#35336;&#30059;&#40670;&#25976;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emini960114.github.io/Nano4-Docs/guide/03_slurm_syntax_and_job_management#-lab-7&#20351;&#29992;-seff-&#35386;&#26039;&#20316;&#26989;&#21033;&#29992;&#29575;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emini960114.github.io/Nano4-Docs/guide/03_slurm_syntax_and_job_management#7-hpc-&#23481;&#22120;&#21270;&#25216;&#34899;singularity--apptainer-&#23526;&#21209;" TargetMode="External"/><Relationship Id="rId4" Type="http://schemas.openxmlformats.org/officeDocument/2006/relationships/hyperlink" Target="https://gemini960114.github.io/Nano4-Docs/guide/03_slurm_syntax_and_job_management#-lab-9&#29992;-apptainer-&#23481;&#22120;&#22519;&#34892;-multiqc&#31532;-04-&#31456;&#20043;&#24460;&#36914;&#34892;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emini960114.github.io/Nano4-Docs/guide/03_slurm_syntax_and_job_management#9-&#35731;-ai-agent-&#25509;&#25163;&#22810;&#36650;&#23565;&#35441;&#33287;&#25105;&#30340;-skil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emini960114.github.io/Nano4-Docs/guide/03_slurm_syntax_and_job_management#-lab-10&#29992;&#33258;&#28982;&#35486;&#35328;&#22810;&#36650;&#25805;&#20316;-slurm" TargetMode="External"/><Relationship Id="rId4" Type="http://schemas.openxmlformats.org/officeDocument/2006/relationships/hyperlink" Target="https://github.com/gemini960114/Nano4-Docs/blob/main/03-slurm-syntax-and-job-management/scripts/setup_agent_workspace.sh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emini960114.github.io/Nano4-Docs/guide/03_slurm_syntax_and_job_management#-lab-10&#29992;&#33258;&#28982;&#35486;&#35328;&#22810;&#36650;&#25805;&#20316;-slurm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emini960114.github.io/Nano4-Docs/guide/03_slurm_syntax_and_job_management#-lab-10&#29992;&#33258;&#28982;&#35486;&#35328;&#22810;&#36650;&#25805;&#20316;-slurm" TargetMode="External"/><Relationship Id="rId4" Type="http://schemas.openxmlformats.org/officeDocument/2006/relationships/hyperlink" Target="https://gemini960114.github.io/Nano4-Docs/guide/agents_governance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emini960114.github.io/Nano4-Docs/guide/03_slurm_syntax_and_job_management#-lab-11&#25226;&#32147;&#39511;&#23384;&#25104;&#25105;&#30340;-skil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emini960114.github.io/Nano4-Docs/guide/03_slurm_syntax_and_job_management#-lab-11&#25226;&#32147;&#39511;&#23384;&#25104;&#25105;&#30340;-skill" TargetMode="External"/><Relationship Id="rId4" Type="http://schemas.openxmlformats.org/officeDocument/2006/relationships/hyperlink" Target="https://github.com/gemini960114/Nano4-Docs/blob/main/03-slurm-syntax-and-job-management/scripts/install_my_skill.sh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emini960114.github.io/Nano4-Docs/guide/03_slurm_syntax_and_job_management#-lab-11&#25226;&#32147;&#39511;&#23384;&#25104;&#25105;&#30340;-skill" TargetMode="External"/><Relationship Id="rId4" Type="http://schemas.openxmlformats.org/officeDocument/2006/relationships/hyperlink" Target="https://gemini960114.github.io/Nano4-Docs/guide/02_vscode_and_ai_tools#4-&#19977;&#20491;-agent-&#24590;&#40636;&#35712;&#21040;-nano4-&#30340;&#35215;&#21063;&#33287;-skills" TargetMode="External"/><Relationship Id="rId5" Type="http://schemas.openxmlformats.org/officeDocument/2006/relationships/hyperlink" Target="https://antigravity.google/docs/skill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emini960114.github.io/Nano4-Docs/guide/03_slurm_syntax_and_job_management#10-nano4-&#24120;&#35211;&#36393;&#22353;&#33287;&#25490;&#37679;&#28165;&#21934;-troubleshooting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emini960114.github.io/Nano4-Docs/guide/04_ai_assisted_bio_pipeline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emini960114.github.io/Nano4-Docs/guide/04_ai_assisted_bio_pipeline#1-&#29983;&#37291;&#36039;&#35338;&#21069;&#34389;&#29702;&#27010;&#24565;fastqfastqc-&#33287;-multiqc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emini960114.github.io/Nano4-Docs/guide/04_ai_assisted_bio_pipeline#2-&#29992;&#25105;&#30340;-skill-&#35531;-ai-agent-&#20570;&#36074;&#25511;&#31532;&#20108;&#22530;&#20027;&#32218;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emini960114.github.io/Nano4-Docs/guide/04_ai_assisted_bio_pipeline#2-&#29992;&#25105;&#30340;-skill-&#35531;-ai-agent-&#20570;&#36074;&#25511;&#31532;&#20108;&#22530;&#20027;&#32218;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emini960114.github.io/Nano4-Docs/guide/04_ai_assisted_bio_pipeline#3-&#35531;-ai-agent-&#25776;&#23531;&#20998;&#26512;&#33139;&#26412;-prompt-&#25552;&#31034;&#35422;&#25216;&#24039;" TargetMode="External"/><Relationship Id="rId4" Type="http://schemas.openxmlformats.org/officeDocument/2006/relationships/hyperlink" Target="https://github.com/gemini960114/Nano4-Docs/blob/main/04-ai-assisted-bio-pipeline/prompts/ai_prompt_bio_pipeline.m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gemini960114.github.io/Nano4-Docs/guide/04_ai_assisted_bio_pipeline#4-&#27284;&#26696;&#32080;&#27083;&#33287;&#33139;&#26412;&#35498;&#26126;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gemini960114.github.io/Nano4-Docs/guide/04_ai_assisted_bio_pipeline#5-&#23565;&#29031;&#32068;&#22312;&#30331;&#20837;&#31680;&#40670;&#25163;&#21205;&#22519;&#34892;&#36074;&#25511;&#27969;&#31243;" TargetMode="External"/><Relationship Id="rId4" Type="http://schemas.openxmlformats.org/officeDocument/2006/relationships/hyperlink" Target="https://github.com/gemini960114/Nano4-Docs/blob/main/04-ai-assisted-bio-pipeline/scripts/run_fastqc_multiqc.sh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emini960114.github.io/Nano4-Docs/guide/04_ai_assisted_bio_pipeline#6-&#27298;&#35222;&#20114;&#21205;&#24335;&#22577;&#21578;&#36899;&#25509;&#22496;&#36681;&#36865;&#33287;&#26412;&#27231;&#38928;&#35261;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gemini960114.github.io/Nano4-Docs/guide/04_ai_assisted_bio_pipeline#7-&#32244;&#32722;&#35712;&#25026;-multiqc-&#22577;&#21578;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gemini960114.github.io/Nano4-Docs/guide/04_ai_assisted_bio_pipeline#8-&#30331;&#20837;&#31680;&#40670;&#20043;&#38480;&#21046;&#33287;&#36914;&#20837;-slurm-&#25490;&#31243;&#30340;&#24517;&#35201;&#24615;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gemini960114.github.io/Nano4-Docs/guide/03_slurm_syntax_and_job_management#d-&#20114;&#21205;&#24335;&#38500;&#37679;&#33287;&#21363;&#26178;&#38283;&#30332;-salloc--srun" TargetMode="External"/><Relationship Id="rId4" Type="http://schemas.openxmlformats.org/officeDocument/2006/relationships/hyperlink" Target="https://gemini960114.github.io/Nano4-Docs/guide/04_ai_assisted_bio_pipeline#3-&#35531;-ai-agent-&#25776;&#23531;&#20998;&#26512;&#33139;&#26412;-prompt-&#25552;&#31034;&#35422;&#25216;&#24039;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hyperlink" Target="https://gemini960114.github.io/Nano4-Doc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4" Type="http://schemas.openxmlformats.org/officeDocument/2006/relationships/hyperlink" Target="https://gemini960114.github.io/Nano4-Docs/guide/05_ai_agent_slurm_pipeline" TargetMode="External"/><Relationship Id="rId5" Type="http://schemas.openxmlformats.org/officeDocument/2006/relationships/hyperlink" Target="https://gemini960114.github.io/Nano4-Docs/guide/06_skills_hub" TargetMode="External"/><Relationship Id="rId6" Type="http://schemas.openxmlformats.org/officeDocument/2006/relationships/hyperlink" Target="https://gemini960114.github.io/Nano4-Docs/guide/07_nfcore_ampliseq_case_stud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371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GP1 生醫 HPC 課程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51460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第二堂：Slurm 與我的 skill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52044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03 章　Slurm 語法與作業調度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06908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章　AI 輔助生醫質控管線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617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線上講義：</a:t>
            </a:r>
            <a:r>
              <a:rPr lang="en-US" sz="2000" u="sng" dirty="0">
                <a:solidFill>
                  <a:srgbClr val="FFE7A3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https://gemini960114.github.io/Nano4-Docs/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今天的時間表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223598"/>
                <a:gridCol w="8779377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複習、重新連線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0:10–0:20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暖身：沒有規則檔時，AI 會怎麼做？（Lab 0）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0:20–0:35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 與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#SBATCH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參數（Lab 1、Lab 2）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0:35–0:50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陣列作業與相依作業（Lab 4、Lab 5）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0:50–1:10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自己改寫陣列作業（Lab 8）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1:10–1:20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效能分析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seff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（Lab 7）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1:20–1:30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☕ 休息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1:30–2:10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 AI Agent 接手：多輪對話（Lab 10）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2:10–2:30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存成我的 skill（Lab 11）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2:30–2:55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用我的 skill 做質控並讀懂報告（第 04 章）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2:55–3:00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總結、預告第三堂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課程規劃：第二堂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今天結束時，你會做到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70383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Slurm 腳本每一行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的意思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親手送出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標準、陣列、相依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三種作業，並用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檢查資源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用自然語言請 AI Agent 完成同樣的工作，並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用說的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糾正它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把這些經驗存成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你自己的 skill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my-nano4-slurm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用自己的 skill 做 FASTQ 質控，並讀懂 MultiQC 報告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03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第 04 章講義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上課前：重新連線 ✋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505386"/>
                <a:gridCol w="8707079"/>
                <a:gridCol w="1790510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完成了嗎？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在自己電腦啟動 ssh-proxy，完成一次密碼與 OTP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Connect to Host...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連上 </a:t>
                      </a:r>
                      <a:r>
                        <a:rPr lang="en-US" sz="1700" b="1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nano4-proxy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更新課程教材（指令如下）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至少一個 AI Agent 已登入（Antigravity 內建 Agent 即可）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4408322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481474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git pull --ff-only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E ssh-proxy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本課程的固定設定（請記住）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499616"/>
          </a:xfrm>
          <a:prstGeom prst="roundRect">
            <a:avLst>
              <a:gd name="adj" fmla="val 365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13533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計畫代號：GOV115088（國網生技醫藥高效能運算推廣與應用計畫）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佇列：    ngs62g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規格：    每個作業固定 -c 8 --mem=62G（國網官方規定，不可自行縮減）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環境：    CPU-only，本次不使用 GPU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980944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054096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講義裡出現的 H200 / GB200 GPU、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GOV113021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MST109178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等都是</a:t>
            </a: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，照抄會被排程器拒絕。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§2-C 佇列規格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佇列與資源規格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03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Slurm 語法與作業調度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03 章：10 個小節與 Lab 0–11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862395"/>
                <a:gridCol w="5442012"/>
                <a:gridCol w="3271155"/>
                <a:gridCol w="1427413"/>
              </a:tblGrid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 Lab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暖身：沒有規則檔的 AI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為什麼需要 Slurm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計畫、佇列與 QoS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#SBATCH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參數速查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Nodes、Tasks、CPUs、Memory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陣列、相依、互動節點（GPU 參考）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4、5、8、6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監控與 </a:t>
                      </a:r>
                      <a:r>
                        <a:rPr lang="en-US" sz="11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seff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Apptainer 容器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9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 AI Agent 接手、我的 skill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Lab 10、11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873496"/>
            <a:ext cx="11002975" cy="447675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Lab 3 是 H200 GPU 作業，本課程跳過。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03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§8 Labs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0 暖身：沒有規則檔時，AI 會怎麼做？（1/2）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刻意換到一個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空白資料夾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（沒有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CLAUDE.md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.agents/rules/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）：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023999"/>
            <a:ext cx="11002975" cy="575056"/>
          </a:xfrm>
          <a:prstGeom prst="roundRect">
            <a:avLst>
              <a:gd name="adj" fmla="val 95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97151"/>
            <a:ext cx="10820095" cy="428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mkdir -p /work/$USER/slurm_quickstart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00223"/>
            <a:ext cx="11002975" cy="885317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 用 Open Folder 開啟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/work/&lt;帳號&gt;/slurm_quickstart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，選一個 Agent 開新對話：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886708"/>
            <a:ext cx="11002975" cy="2424176"/>
          </a:xfrm>
          <a:prstGeom prst="roundRect">
            <a:avLst>
              <a:gd name="adj" fmla="val 22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959860"/>
            <a:ext cx="10820095" cy="22778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請協助建立並派送一個 FASTQ 生物資訊分析作業，工作資料夾就是目前開啟的這個資料夾：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1. 在 data/ 產生一個包含 1,000 條 reads 的測試用 FASTQ 檔 data/test_sample.fastq。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2. 在 script/ 寫一支 Python 腳本 script/fastq_qc_stats.py，統計這個 FASTQ 的 reads 數、平均讀長與 GC 含量 %。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3. 在 script/ 寫一支 Slurm 腳本：計畫 GOV115088、佇列 ngs62g，每個作業申請 8 核心、62G 記憶體，在計算節點執行上面的 Python 腳本。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4. 送出前先告訴我你的計畫；送出後回報 Job ID，跑完把分析過程與結果寫成 report.md。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0 暖身：對照 AGENTS.md 檢查（2/2）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9805772"/>
                <a:gridCol w="1197203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檢查項目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/ 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--account=GOV115088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--partition=ngs62g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--cpus-per-task=8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--mem=62G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執行內容第一行是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日誌用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%x-%j.out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%x-%j.err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；若寫到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logs/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這類子目錄，送出前有先建立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分析在計算節點上執行，不是在登入節點直接跑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送出後沒有在迴圈中反覆查詢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squeue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report.md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的 reads 數等於 1000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781296"/>
            <a:ext cx="11002975" cy="92710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記下 ❌ 的項目：Lab 10 會在放了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的資料夾重做，比較有沒有規則檔的差別。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0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AGENTS.md 守則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為什麼需要 Slurm？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數百位研究者同時使用數百台計算節點；沒有排程，多人同時跑重度運算會讓記憶體耗盡、機器癱瘓。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91994"/>
          <a:ext cx="11002975" cy="914400"/>
        </p:xfrm>
        <a:graphic>
          <a:graphicData uri="http://schemas.openxmlformats.org/drawingml/2006/table">
            <a:tbl>
              <a:tblPr/>
              <a:tblGrid>
                <a:gridCol w="2551163"/>
                <a:gridCol w="8451812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 做的事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佇列調度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依計畫配額與優先權分配節點與時間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資源隔離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你申請的 8 核心、62 GB 完全歸你，不受別人干擾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作業計費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依使用的核心時間計算服務點數（SU）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723130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796282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Antigravity 的終端機在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：這裡只寫腳本、送作業、看日誌，運算交給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Job 提交範例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§2-A 查詢計畫錢包與授權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送出作業前，先確認計畫有點數、也有排程權限：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095246"/>
            <a:ext cx="11002975" cy="2688336"/>
          </a:xfrm>
          <a:prstGeom prst="roundRect">
            <a:avLst>
              <a:gd name="adj" fmla="val 20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8398"/>
            <a:ext cx="10820095" cy="25420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1. 查詢名下所有計畫的點數餘額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2. 查詢特定計畫餘額 (速度較快)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 GOV115088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3. 查詢自己帳號在 Slurm 排程系統中綁定的授權 (Association)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sacctmgr -nP show assoc user="$(whoami)" format=Account,Partition,QOS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§2-A 錢包與授權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§2-B 計畫與佇列：不能混用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54096"/>
                <a:gridCol w="5297119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計畫類別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可以用的佇列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 </a:t>
                      </a:r>
                      <a:r>
                        <a:rPr lang="en-US" sz="1700" b="1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（每作業 8 核心 / 62 GB，最長 4 天）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 AI 計畫（參考）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GOV113021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H200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dev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8gpus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…；GB200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gb200-dev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生醫平台計畫（參考）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MST109178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ENT109430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ngs*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CPU、大記憶體與生醫 GPU 佇列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485132"/>
            <a:ext cx="11002975" cy="184632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只列在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AllowAccounts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；送到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ngstest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ngs32g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ngscourse*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會被拒絕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派送前可用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scontrol show partition &lt;PARTITION&gt;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檢查 </a:t>
            </a:r>
            <a:r>
              <a:rPr lang="en-US" sz="19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AllowAccounts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§2-B 計畫與佇列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§2-C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規格與最常見的錯誤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310449"/>
                <a:gridCol w="1329093"/>
                <a:gridCol w="2170764"/>
                <a:gridCol w="1851142"/>
                <a:gridCol w="4341527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佇列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 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記憶體 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最長時間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 GB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（固定）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天（96h）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本課程：FASTQ QC、擴增子分析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2496312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2569464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漏寫 </a:t>
            </a:r>
            <a:r>
              <a:rPr lang="en-US" sz="18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--mem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：Slurm 會預設申請整台節點約 1 TB 記憶體，超過 QoS 上限，作業會被拒絕或一直卡在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(QOSMaxMemoryPerJob)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8074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作業一定要明確寫出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--cpus-per-task=8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--mem=62G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§2-C 佇列與 QoS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佇列與資源規格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1：查詢錢包與可用的排程分區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"$HOME/Nano4-Docs/03-slurm-syntax-and-job-management"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./scripts/slurm_status.sh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scontrol show partition ngs62g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278124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請確認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列出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AllowAccounts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包含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slurm_status.sh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 官方範例：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Slurm 腳本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3315716"/>
          </a:xfrm>
          <a:prstGeom prst="roundRect">
            <a:avLst>
              <a:gd name="adj" fmla="val 1655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31694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#!/usr/bin/sh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-A GOV115088        # Account name/project number (官方範例為 MST109178)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-J Job_name         # Job name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-p ngs62g           # Partition Name 等同PBS裡面的 -q Queue name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-c 8                # 使用的core數 請參考Queue資源設定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--mem=62g           # 使用的記憶體量 請參考Queue資源設定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-o out.log          # Path to the standard output file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-e err.log          # Path to the standard error output file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--mail-user=XXXX@niar.org.tw    # email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--mail-type=BEGIN,END           # 指定送出email時機 可為NONE, BEGIN, END, FAIL, REQUEUE, ALL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echo 'Hello world!'  ## 這邊寫入你要執行的指令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797044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本課程範本另外做兩處調整：日誌改用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%x-%j.out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%x-%j.err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；執行內容第一行加入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§3 官方範例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GP1 使用說明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參數速查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3708138"/>
                <a:gridCol w="946098"/>
                <a:gridCol w="2640601"/>
                <a:gridCol w="3708138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參數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簡寫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本課程範例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--account=&lt;ID&gt;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-A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計費計畫代號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--account=GOV115088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--job-name=&lt;NAME&gt;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-J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作業名稱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--job-name=fastq_qc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--partition=&lt;NAME&gt;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-p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排程分區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--partition=ngs62g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--cpus-per-task=&lt;N&gt;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每個行程的核心數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--cpus-per-task=8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--mem=&lt;SIZE&gt;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：總記憶體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--mem=62G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--time=&lt;D-HH:MM:SS&gt;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執行時間上限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--time=00:30:00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--output=&lt;FILE&gt;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-o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標準輸出日誌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--output=%x-%j.out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--error=&lt;FILE&gt;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標準錯誤日誌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--error=%x-%j.err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5724144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日誌檔名：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%x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作業名稱、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%j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Job ID、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%A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陣列主 ID、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%a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子任務序號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  <p:sp>
        <p:nvSpPr>
          <p:cNvPr id="1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§3 參數速查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§4 資源四要素：Nodes、Tasks、CPUs、Memory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499616"/>
          </a:xfrm>
          <a:prstGeom prst="roundRect">
            <a:avLst>
              <a:gd name="adj" fmla="val 365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13533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 個實體節點      --nodes=1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└─ 1 個作業行程  --ntasks-per-node=1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└─ 8 個核心  --cpus-per-task=8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62 GB 記憶體      --mem=62G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98094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單機多執行緒程式（FastQC、Python multiprocessing）的標準寫法：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796030"/>
            <a:ext cx="11002975" cy="2093976"/>
          </a:xfrm>
          <a:prstGeom prst="roundRect">
            <a:avLst>
              <a:gd name="adj" fmla="val 262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869182"/>
            <a:ext cx="10820095" cy="19476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--account=GOV115088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--partition=ngs62g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--nodes=1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--ntasks-per-node=1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--cpus-per-task=8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--mem=62G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2：提交第一個標準 CPU 作業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templates/standard_cpu_job.slurm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--account=GOV115088 templates/standard_cpu_job.slurm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-u $(whoami)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ls -la cpu_job-*.out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cpu_job-*.out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278124"/>
            <a:ext cx="11002975" cy="11363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可能先顯示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（排隊），接著變成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（執行中）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作業結束後會從清單中消失，這時就可以看日誌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2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範本 standard_cpu_job.slurm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§5-A 陣列作業：一次送出多個相同任務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10 個 FASTQ 要處理時，不必寫 10 份腳本：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095246"/>
            <a:ext cx="11002975" cy="3282696"/>
          </a:xfrm>
          <a:prstGeom prst="roundRect">
            <a:avLst>
              <a:gd name="adj" fmla="val 167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8398"/>
            <a:ext cx="10820095" cy="31363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--partition=ngs62g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--cpus-per-task=8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--mem=62G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--array=1-10%4        # 總共 10 個任務，%4 代表最多同時平行執行 4 個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--output=%x-%A_%a.out # %A 為主作業ID, %a 為子任務序號 (1~10)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在腳本中透過 ${SLURM_ARRAY_TASK_ID} 取得當前處理序號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SAMPLE=$(sed -n "${SLURM_ARRAY_TASK_ID}p" sample_list.txt)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echo "正在處理樣本: ${SAMPLE}"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§5-A 陣列作業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4：陣列作業演練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--account=GOV115088 templates/array_job.slurm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-u $(whoami)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ls -la array_job-*.out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83764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作業約 17 秒就跑完，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不一定看得到。用下面的指令看開始時間分成 4、4、2 三批，就是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的效果：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895598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968750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sacct -j &lt;JOB_ID&gt; -X -o JobID,Start,End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4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範本 array_job.slurm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§5-B 相依作業：前一步成功才開始下一步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2160016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20137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步驟 1：送出資料前處理任務 (--parsable 只輸出 Job ID)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JOB1=$(sbatch --parsable --account=GOV115088 stage1_preprocess.slurm)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步驟 2：只有在 JOB1 成功結束 (afterok) 時，才啟動步驟 2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JOB2=$(sbatch --parsable --dependency=afterok:${JOB1} --account=GOV115088 stage2_qc.slurm)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步驟 3：步驟 2 完成後，自動產出統計報告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--dependency=afterok:${JOB2} --account=GOV115088 stage3_report.slurm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64134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stage*_*.slurm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是示意檔名；Lab 5 用同一支範本代表三個階段。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§5-B 相依作業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5：相依流水線串接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templates/workflow_dependency.sh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-u $(whoami)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8658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後面兩個階段的狀態會顯示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(Dependency)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：正在等前一個階段完成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5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workflow_dependency.sh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8：自己改寫陣列作業（1/2）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：每個子任務處理一個 FASTQ 樣本（第 04 章附的 4 個樣本），計算 read 數。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491994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65146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cp templates/array_job.slurm my_array_fastq.slurm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301238"/>
            <a:ext cx="11002975" cy="268986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Antigravity 打開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my_array_fastq.slurm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，改三處：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--array=1-10%4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改成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--array=1-4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（4 個樣本 → 4 個子任務）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作業名稱改成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array_fastq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sleep 5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那段換成：依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${SLURM_ARRAY_TASK_ID}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挑出第 N 個 FASTQ，計算 read 數並印出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8：提示與預期結果（2/2）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994916"/>
          </a:xfrm>
          <a:prstGeom prst="roundRect">
            <a:avLst>
              <a:gd name="adj" fmla="val 275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8486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FASTQ_DIR="$HOME/Nano4-Docs/04-ai-assisted-bio-pipeline/demo_data/fastq_raw"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mapfile -t FASTQ_FILES &lt; &lt;(ls "${FASTQ_DIR}"/*.fastq.gz)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FASTQ="${FASTQ_FILES[$((SLURM_ARRAY_TASK_ID - 1))]}"   # 陣列從 0 開始，所以要減 1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READS=$(( $(gzip -dc "${FASTQ}" | wc -l) / 4 ))       # FASTQ 每 4 行是一條 read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3476244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49396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my_array_fastq.slurm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array_fastq-*_*.out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4582668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655820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子任務 1 | 節點 25a-cpn01 | 樣本 sample_01_R1.fastq.gz | reads = 1000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子任務 2 | 節點 25a-cpn01 | 樣本 sample_02_R1.fastq.gz | reads = 1000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...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8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參考解答 array_fastq.slurm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§5-D ＋ 🧪 Lab 6：互動式計算節點（選做）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不想每改一行就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一次時，直接「走進」計算節點測試：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095246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68398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./scripts/interactive_salloc.sh GOV115088 ngs62g 8 00:10:00 62G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904490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7642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hostname    # 應顯示 25a-cpn*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free -h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exit        # 用完一定要離開，釋放資源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30809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salloc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用完一定要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exit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，否則會一直占用資源並計費。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§5-D salloc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Lab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§5-C / §5-E GPU 與跨節點運算（參考）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0556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H200 GPU 作業需要一般 AI 計畫（例如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GOV113021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），並加上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--gres=gpu:1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跨節點不一定比較快：小任務時間都花在節點之間的通訊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能放進單一節點的工作，優先用單節點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3536950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610102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本課程是 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CPU-only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：不申請 GPU、不使用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dev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ngs1gpu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～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ngs8gpu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，Lab 3 跳過。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§5-C GPU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§5-E 跨節點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§6-A 常用排程管理指令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120318"/>
                <a:gridCol w="8882657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目的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指令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提交作業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 job.slurm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查看自己的作業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squeue -u $(whoami)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取消作業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scancel &lt;JOB_ID&gt;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查看作業詳細資訊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scontrol show job &lt;JOB_ID&gt;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查詢已結束作業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sacct -j &lt;JOB_ID&gt; --format=JobID,JobName,State,Elapsed,MaxRSS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查看分區空閒狀態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sinfo -p ngs62g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4781296"/>
            <a:ext cx="11002975" cy="1026414"/>
          </a:xfrm>
          <a:prstGeom prst="roundRect">
            <a:avLst>
              <a:gd name="adj" fmla="val 7127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854448"/>
            <a:ext cx="10728655" cy="88011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</a:t>
            </a:r>
            <a:r>
              <a:rPr lang="en-US" sz="18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不要用 </a:t>
            </a:r>
            <a:r>
              <a:rPr lang="en-US" sz="17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watch</a:t>
            </a:r>
            <a:r>
              <a:rPr lang="en-US" sz="18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或迴圈反覆查詢 </a:t>
            </a:r>
            <a:r>
              <a:rPr lang="en-US" sz="17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：會加重排程系統負擔。需要通知時改用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#SBATCH --mail-type=END,FAIL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  <p:sp>
        <p:nvSpPr>
          <p:cNvPr id="2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§6-A 常用指令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§6-B 作業狀態代碼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118828"/>
                <a:gridCol w="2464918"/>
                <a:gridCol w="7419229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代碼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PD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PENDING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排隊中，看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NODELIST(REASON)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了解原因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R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RUNNING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正在計算節點上執行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COMPLETED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正常結束，ExitCode 為 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F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FAILED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程式出錯，查看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%x-%j.err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TO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TIMEOUT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--time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上限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CA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CANCELLED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scancel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取消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NF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NODE_FAIL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節點硬體故障，不是你的問題，請回報國網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  <p:sp>
        <p:nvSpPr>
          <p:cNvPr id="3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§6-B 狀態代碼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§6-C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：看資源有沒有用對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558546"/>
          </a:xfrm>
          <a:prstGeom prst="roundRect">
            <a:avLst>
              <a:gd name="adj" fmla="val 98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4122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 &lt;JOB_ID&gt;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039874"/>
            <a:ext cx="11002975" cy="2292096"/>
          </a:xfrm>
          <a:prstGeom prst="roundRect">
            <a:avLst>
              <a:gd name="adj" fmla="val 239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13026"/>
            <a:ext cx="10820095" cy="21457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Job ID: 1073764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State: COMPLETED (exit code 0)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Nodes: 1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Cores per node: 8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CPU Utilized: 00:06:24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CPU Efficiency: 80.00% of 00:08:00 core-walltime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Memory Utilized: 2.15 GB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Memory Efficiency: 3.47% of 62.00 GB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533138"/>
            <a:ext cx="11002975" cy="178777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記憶體效率低在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是正常的，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因此調降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--mem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重點看 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CPU 效率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：8 核心有沒有被用滿（例如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fastqc -t ${SLURM_CPUS_PER_TASK}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ExitCode 137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記憶體不足：減少單一作業的資料量，或拆成陣列作業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§6-C seff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7：用 </a:t>
            </a:r>
            <a:r>
              <a:rPr lang="en-US" sz="3200" b="1" dirty="0">
                <a:solidFill>
                  <a:srgbClr val="B45309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診斷作業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對前面任何一個已完成的 Job ID 執行：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095246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68398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 &lt;JOB_ID&gt;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04490"/>
            <a:ext cx="11002975" cy="164490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請回答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：CPU Efficiency 是多少？這個作業有沒有把 8 核心用滿？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Lab 2 的範本只有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sleep 5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，CPU 效率很低是正常的；真正的分析程式要用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${SLURM_CPUS_PER_TASK}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把核心用滿。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§7 Apptainer 容器（第三堂 Lab 9 實作）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超級電腦上不能用 Docker（需要 root）；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Apptainer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（Singularity）可以在沒有 root 的情況下執行容器：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491994"/>
            <a:ext cx="11002975" cy="1004316"/>
          </a:xfrm>
          <a:prstGeom prst="roundRect">
            <a:avLst>
              <a:gd name="adj" fmla="val 54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65146"/>
            <a:ext cx="10820095" cy="8580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singularity pull /work/${USER}/ubuntu_22.04.sif docker://ubuntu:22.04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singularity exec -B /work/${USER}:/mnt /work/${USER}/ubuntu_22.04.sif ls /mnt   # 在容器內列出掛載的 /work 目錄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697478"/>
            <a:ext cx="11002975" cy="11363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計算節點可以直接連外網，從 Docker Hub 下載映像不需要 Proxy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 9 需要第 04 章產生的 FastQC 結果，放到第三堂做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§7 容器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Lab 9（第三堂）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☕ 休息 10 分鐘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回來後讓 AI Agent 接手，把剛才學到的東西存成你自己的 skill。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§9 讓 AI Agent 接手：多輪對話與我的 skill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72084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剛才你親手送出了標準、陣列與相依作業；現在請 AI Agent 用自然語言完成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同樣的工作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你只描述想做的分析，Agent 負責寫腳本、送作業、解讀結果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你負責檢查它做得對不對，做錯時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用說的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糾正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最後請 Agent 把經驗存成你自己的 skill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在教材以外的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/work/$USER/slurm_lab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進行：Agent 看不到課程提供的 Skills，做出來的 skill 才是你自己的經驗。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10：用自然語言多輪操作 Slurm（1/3）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建立工作資料夾（放入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CLAUDE.md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.agents/rules/nano4.md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4 個 FASTQ）：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491994"/>
            <a:ext cx="11002975" cy="542036"/>
          </a:xfrm>
          <a:prstGeom prst="roundRect">
            <a:avLst>
              <a:gd name="adj" fmla="val 1012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65146"/>
            <a:ext cx="10820095" cy="3957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"$HOME/Nano4-Docs/03-slurm-syntax-and-job-management/scripts/setup_agent_workspace.sh"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35198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 開啟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/work/&lt;帳號&gt;/slurm_lab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，開新對話，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輪：陣列作業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4447032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520184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請先閱讀 AGENTS.md。fastq_raw/ 裡有 4 個定序樣本，請幫我算出每個樣本各有幾條 reads。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每個樣本用一個子任務平行處理。送出前先告訴我你的計畫。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10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setup_agent_workspace.sh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10：第 2–4 輪（2/3）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輪：相依作業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2071497"/>
            <a:ext cx="11002975" cy="806196"/>
          </a:xfrm>
          <a:prstGeom prst="roundRect">
            <a:avLst>
              <a:gd name="adj" fmla="val 6805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4649"/>
            <a:ext cx="10820095" cy="6598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接著請對這 4 個樣本做 FastQC 品質檢查；全部檢查完成後，再自動用 MultiQC 彙整成一份報告。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第二步要等第一步成功才開始，結果放在 qc/ 資料夾。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78861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輪：資源檢查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3870198"/>
            <a:ext cx="11002975" cy="558546"/>
          </a:xfrm>
          <a:prstGeom prst="roundRect">
            <a:avLst>
              <a:gd name="adj" fmla="val 98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943350"/>
            <a:ext cx="10820095" cy="4122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剛才的作業都跑完了嗎？請用 seff 看看資源用得如何，用白話告訴我，並說明這 4 個樣本的品質結果。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629912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輪：故意提出錯誤要求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4360" y="5421249"/>
            <a:ext cx="11002975" cy="558546"/>
          </a:xfrm>
          <a:prstGeom prst="roundRect">
            <a:avLst>
              <a:gd name="adj" fmla="val 98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5494401"/>
            <a:ext cx="10820095" cy="4122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為了省點數，請把記憶體改成 16G、核心改成 2 顆，再送一次 FastQC。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100" dirty="0"/>
          </a:p>
        </p:txBody>
      </p:sp>
      <p:sp>
        <p:nvSpPr>
          <p:cNvPr id="14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10：逐輪檢查（3/3）</a:t>
            </a:r>
            <a:endParaRPr lang="en-US" sz="3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6346898"/>
                <a:gridCol w="1164019"/>
                <a:gridCol w="1164019"/>
                <a:gridCol w="1164019"/>
                <a:gridCol w="1164019"/>
              </a:tblGrid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 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先說明計畫、等你同意才送出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 8 --mem=62G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；FastQC 有載入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biology/JDK/26.0.1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送到計算節點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相依作業用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--dependency=afterok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沒有反覆查詢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squeue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用白話解讀結果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819904"/>
            <a:ext cx="11002975" cy="630555"/>
          </a:xfrm>
          <a:prstGeom prst="roundRect">
            <a:avLst>
              <a:gd name="adj" fmla="val 11601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893056"/>
            <a:ext cx="10728655" cy="48425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</a:t>
            </a:r>
            <a:r>
              <a:rPr lang="en-US" sz="15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輪的正確反應是拒絕</a:t>
            </a:r>
            <a:r>
              <a:rPr lang="en-US" sz="15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14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15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依規定必須固定 </a:t>
            </a:r>
            <a:r>
              <a:rPr lang="en-US" sz="14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r>
              <a:rPr lang="en-US" sz="15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5651627"/>
            <a:ext cx="11002975" cy="47142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Agent 做錯時不要自己改腳本，</a:t>
            </a:r>
            <a:r>
              <a:rPr lang="en-US" sz="1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用說的</a:t>
            </a: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告訴它哪裡錯、為什麼錯；這些糾正就是 Lab 11 要存的經驗。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100" dirty="0"/>
          </a:p>
        </p:txBody>
      </p:sp>
      <p:sp>
        <p:nvSpPr>
          <p:cNvPr id="3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10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AGENTS.md 守則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11：把經驗存成我的 skill（1/3）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是一個資料夾，裡面的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SKILL.md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寫著「什麼時候用、怎麼做、要注意什麼」。在 Lab 10 的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同一個對話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中輸入：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491994"/>
            <a:ext cx="11002975" cy="3579876"/>
          </a:xfrm>
          <a:prstGeom prst="roundRect">
            <a:avLst>
              <a:gd name="adj" fmla="val 153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65146"/>
            <a:ext cx="10820095" cy="34335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請把我們這次對話的經驗整理成一個 skill，名稱是 my-nano4-slurm，存到 ~/.agents/skills/my-nano4-slurm/SKILL.md。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SKILL.md 開頭要有 name 與 description 的 YAML frontmatter；description 要寫清楚什麼時候該使用這個 skill。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內容請包含：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1. 本課程的計畫、佇列與固定規格（GOV115088、ngs62g、-c 8 --mem=62G）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2. 單一作業、陣列作業、相依作業三種 Slurm 腳本範本（放在同一個資料夾的 templates/）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3. 送出前的檢查清單，以及 sbatch --test-only 不會檢查規格這件事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4. 這次對話中你犯過、被我糾正過的錯誤，以及正確做法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5. 作業跑完後如何確認結果、如何用白話回報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11：檢查並安裝給三個 Agent（2/3）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13995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</a:t>
            </a:r>
            <a:r>
              <a:rPr lang="en-US" sz="15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~/.agents/skills/my-nano4-slurm/SKILL.md</a:t>
            </a: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讀一遍：有沒有寫進 Lab 10 糾正過的錯誤？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複製給三個 Agent：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21280"/>
            <a:ext cx="11002975" cy="525526"/>
          </a:xfrm>
          <a:prstGeom prst="roundRect">
            <a:avLst>
              <a:gd name="adj" fmla="val 1044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94432"/>
            <a:ext cx="10820095" cy="37922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"$HOME/Nano4-Docs/03-slurm-syntax-and-job-management/scripts/install_my_skill.sh"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347974"/>
            <a:ext cx="11002975" cy="954786"/>
          </a:xfrm>
          <a:prstGeom prst="roundRect">
            <a:avLst>
              <a:gd name="adj" fmla="val 5746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421126"/>
            <a:ext cx="10820095" cy="80848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✅ /home/&lt;帳號&gt;/.claude/skills/my-nano4-slurm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✅ /home/&lt;帳號&gt;/.gemini/config/skills/my-nano4-slurm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👉 三個 Agent 都要開一個新對話，才會讀到更新後的 skill。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503928"/>
          <a:ext cx="11002975" cy="914400"/>
        </p:xfrm>
        <a:graphic>
          <a:graphicData uri="http://schemas.openxmlformats.org/drawingml/2006/table">
            <a:tbl>
              <a:tblPr/>
              <a:tblGrid>
                <a:gridCol w="4896017"/>
                <a:gridCol w="6106958"/>
              </a:tblGrid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讀取位置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~/.agents/skills/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Code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~/.claude/skills/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內建 Agent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~/.gemini/config/skills/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100" dirty="0"/>
          </a:p>
        </p:txBody>
      </p:sp>
      <p:sp>
        <p:nvSpPr>
          <p:cNvPr id="4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install_my_skill.sh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Lab 11：換一個 Agent 驗收（3/3）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另一個 Agent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開新對話（例如 Lab 10 用 Antigravity，這裡改用 Codex 或 Claude Code）：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491994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65146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你有哪些 skills？請用 my-nano4-slurm 說明，如果我要對 20 個 FASTQ 樣本做品質檢查，你會怎麼安排 Slurm 作業（先不要送出）。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98418"/>
            <a:ext cx="11002975" cy="204165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Agent 會提到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my-nano4-slurm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，並依你的 skill 規劃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、陣列加相依作業，不必你再提醒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Skill 是純文字檔，之後可以隨時請 Agent 補充，改完再執行一次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install_my_skill.sh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Lab 11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§4 Skills 位置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Antigravity Skills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§10 第 03 章常見問題</a:t>
            </a:r>
            <a:endParaRPr lang="en-US" sz="3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5501488"/>
                <a:gridCol w="5501488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原因與解法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Invalid account or account/partition combination specified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計畫沒有該佇列權限；本課程只能用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一直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PD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，原因是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(QOSMaxMemoryPerJob)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漏寫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；加上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--cpus-per-task=8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與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--mem=62G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作業瞬間失敗，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_open_output_file: No such file or directory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日誌寫到不存在的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logs/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；先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mkdir -p logs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或改用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%x-%j.out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 --test-only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通過，送出後卻卡住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--test-only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不檢查 QoS 與規格，要自己對照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100" dirty="0"/>
          </a:p>
        </p:txBody>
      </p:sp>
      <p:sp>
        <p:nvSpPr>
          <p:cNvPr id="4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§10 FAQ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輔助生醫質控管線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章：8 個小節</a:t>
            </a:r>
            <a:endParaRPr lang="en-US" sz="3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693388"/>
                <a:gridCol w="6240493"/>
                <a:gridCol w="4069094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FASTQ、FastQC 與 MultiQC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用我的 skill 請 AI Agent 做質控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實作（主線）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 AI 寫分析腳本的 prompt 技巧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檔案結構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對照組：在登入節點手動執行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第三堂 Lab 9 前再跑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檢視互動式報告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練習：讀懂 MultiQC 報告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登入節點的限制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100" dirty="0"/>
          </a:p>
        </p:txBody>
      </p:sp>
      <p:sp>
        <p:nvSpPr>
          <p:cNvPr id="44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04 章講義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FASTQ、FastQC 與 MultiQC</a:t>
            </a:r>
            <a:endParaRPr lang="en-US" sz="3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147622"/>
                <a:gridCol w="9855353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是什麼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FASTQ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定序儀輸出的檔案；每條 read 4 行：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@Header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、序列、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+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、品質分數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FastQC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檢查單一樣本的品質：鹼基品質（Q30 = 99.9% 準確）、ATCG 比例、GC 含量、接頭殘留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MultiQC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把所有樣本的 FastQC 結果彙整成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一份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互動式網頁報告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16052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資料 → 工具 → 報告：這個模式在各種研究領域都通用。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100" dirty="0"/>
          </a:p>
        </p:txBody>
      </p:sp>
      <p:sp>
        <p:nvSpPr>
          <p:cNvPr id="4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用我的 skill 請 AI 做質控（1/2）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 開啟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/work/&lt;帳號&gt;/slurm_lab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開新對話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（新對話才會讀到最新的 skill）：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491994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5146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請使用 my-nano4-slurm skill。fastq_raw/ 裡是 4 個 16S 定序樣本，我想知道它們的定序品質好不好、適不適合做後續分析。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請用 FastQC 檢查每個樣本，再用 MultiQC 彙整成一份報告，結果放在 qc_skill/。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送出前先告訴我你的計畫；跑完後告訴我報告的位置，並用白話說明：每個樣本有幾條 reads、品質分數如何、有沒有需要注意的警告。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489958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你沒有打任何指令，只說了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想知道的生物學問題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這次 Agent 不需提醒就做對了嗎？（2/2）</a:t>
            </a:r>
            <a:endParaRPr lang="en-US" sz="3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9377930"/>
                <a:gridCol w="1625045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檢查項目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/ 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先說明計畫，等你同意才送出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 8 --mem=62G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，FastQC 一起載入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biology/JDK/26.0.1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送到計算節點；確認 FastQC 報告數量等於樣本數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用白話回報結果與報告位置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52628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還有 ❌：請 Agent 說明原因並修正，再請它</a:t>
            </a:r>
            <a:r>
              <a:rPr lang="en-US" sz="22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把教訓補進 my-nano4-slurm</a:t>
            </a: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，重新執行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install_my_skill.sh</a:t>
            </a: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。skill 就是這樣越用越少犯錯。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100" dirty="0"/>
          </a:p>
        </p:txBody>
      </p:sp>
      <p:sp>
        <p:nvSpPr>
          <p:cNvPr id="4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§2 檢查表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 請 AI 寫分析腳本：好 prompt 的四個要素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60908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角色與環境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：「你熟悉生物資訊與 Nano4 HPC 環境」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資料在哪、結果放哪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：輸入資料夾與輸出資料夾寫清楚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工具與版本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load biology/JDK/26.0.1 biology/FastQC/0.11.9 biology/MultiQC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錯誤處理與回報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：找不到工具要停止、跑完要說報告在哪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完整範例見講義第 04 章 §3 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prompts/ai_prompt_bio_pipeline.md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；有了自己的 skill 後，prompt 就可以短很多。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§3 prompt 技巧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prompt 範本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§4 本章的檔案結構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4801616"/>
          </a:xfrm>
          <a:prstGeom prst="roundRect">
            <a:avLst>
              <a:gd name="adj" fmla="val 114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46553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04-ai-assisted-bio-pipeline/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├── README.md                          # 本章完整教學手冊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├── prompts/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│   └── ai_prompt_bio_pipeline.md      # AI Agent 引導提示詞範本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├── scripts/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│   ├── download_demo_fastq.sh         # [1] 自動準備/取樣 4 組示範 FASTQ 檔案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│   ├── run_fastqc_multiqc.sh          # [2] 執行 FastQC 分析與 MultiQC 聚合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│   └── view_multiqc_report.sh         # [3] 啟動 HTTP 服務並引導 VS Code 轉送預覽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└── demo_data/                         # 資料與報告存放區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├── fastq_raw/                     # 原始 FASTQ 檔案 (*.fastq.gz)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├── fastqc_out/                    # FastQC 輸出產物 (*_fastqc.zip)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└── multiqc_out/                   # MultiQC 匯總產物 (multiqc_report.html)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100" dirty="0"/>
          </a:p>
        </p:txBody>
      </p:sp>
      <p:sp>
        <p:nvSpPr>
          <p:cNvPr id="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 對照組：在登入節點手動執行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不經過 AI、也不經過 Slurm 的手動版本；4 個微型樣本在登入節點只需數秒：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491994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5146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"$HOME/Nano4-Docs/04-ai-assisted-bio-pipeline/scripts"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download_demo_fastq.sh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run_fastqc_multiqc.sh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895598"/>
            <a:ext cx="11002975" cy="11363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demo_data/fastqc_out/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，第三堂 Lab 9（容器）會用到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只有這種微型資料才能在登入節點跑；真實資料一律用 Slurm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§5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run_fastqc_multiqc.sh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 打開 MultiQC 報告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6141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 A：連接埠轉送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2142744"/>
            <a:ext cx="11002975" cy="1235456"/>
          </a:xfrm>
          <a:prstGeom prst="roundRect">
            <a:avLst>
              <a:gd name="adj" fmla="val 44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15896"/>
            <a:ext cx="10820095" cy="10891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"$HOME/Nano4-Docs/04-ai-assisted-bio-pipeline/scripts"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view_multiqc_report.sh                                   # 第 5 節對照組的報告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view_multiqc_report.sh /work/$USER/slurm_lab/qc_skill/&lt;報告所在資料夾&gt;   # 第 2 節 Agent 產生的報告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579368"/>
            <a:ext cx="11002975" cy="256413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依畫面提示在瀏覽器打開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http://localhost:&lt;埠號&gt;/multiqc_report.html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看完執行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tmux kill-session -t svc-multiqc-report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關閉預覽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 B：下載到筆電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：檔案總管找到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multiqc_report.html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按右鍵 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Download...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§6 檢視報告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§7 練習：讀懂 MultiQC 報告（5–10 分鐘）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452831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General Statistics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：4 個樣本各有幾條 reads？GC 含量大約多少？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Sequence Length Distribution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：reads 長度範圍？為什麼出現黃色警告？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 Base Sequence Quality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：品質分數落在哪個顏色區域？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 Checks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：哪個樣本的哪一項是紅色（fail）？其他樣本同一項是什麼顏色？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綜合判斷：第 4 題的紅色代表這個樣本不能用嗎？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也可以問 Agent：「sample_04 的 Per Sequence GC Content 為什麼是紅色？」請它用報告中的數據回答，你再對照圖表確認。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1100" dirty="0"/>
          </a:p>
        </p:txBody>
      </p:sp>
      <p:sp>
        <p:nvSpPr>
          <p:cNvPr id="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§7 讀懂報告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§8 為什麼真實資料一定要用 Slurm？</a:t>
            </a:r>
            <a:endParaRPr lang="en-US" sz="3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5073911"/>
                <a:gridCol w="5929064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微型練習資料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真實研究資料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個樣本、各 1000 reads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數十到數千個樣本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每個檔案約 80 KB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每個檔案數百 MB 到數十 GB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登入節點數秒完成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需要數十核心、數百 GB 記憶體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3511296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584448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登入節點上超過 5 分鐘的重度運算會被系統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直接清除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461764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這就是為什麼第 2 節一開始就請 AI Agent 把分析寫成 Slurm 作業，送到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計算節點。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</a:t>
            </a:r>
            <a:endParaRPr lang="en-US" sz="1100" dirty="0"/>
          </a:p>
        </p:txBody>
      </p:sp>
      <p:sp>
        <p:nvSpPr>
          <p:cNvPr id="5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今天學到了什麼</a:t>
            </a:r>
            <a:endParaRPr lang="en-US" sz="3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451610"/>
                <a:gridCol w="9551365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 腳本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 8 --mem=62G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%x-%j.out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三種作業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、陣列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--array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、相依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--dependency=afterok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資源檢查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seff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：看 CPU 效率，不要調小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Agent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沒有規則檔會出錯；有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會好很多；做錯時用說的糾正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 skill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my-nano4-slurm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存在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~/.agents/skills/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install_my_skill.sh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給三個 Agent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生醫質控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skill 做 FastQC / MultiQC，讀懂紅黃綠代表的意思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下課前檢核 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97484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 8 的 4 個日誌各自對應一個樣本，reads 都是 1000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2.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~/.agents/skills/my-nano4-slurm/SKILL.md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存在，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install_my_skill.sh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顯示兩個 ✅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在瀏覽器打開 Agent 產生的 MultiQC 報告，回答了 §7 的 5 個問題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離開前在 proxy 視窗按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Ctrl+C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（尤其是共用電腦）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課後自學（選做）</a:t>
            </a:r>
            <a:endParaRPr lang="en-US" sz="3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8145475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章節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03 章 Lab 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salloc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進入互動式計算節點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03 章 §5-C / §5-E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GPU 作業與跨節點運算（參考）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04 章 §3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自己寫一段完整的分析 prompt，和 skill 版本比較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 skill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把今天遇到的錯誤補進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my-nano4-slurm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，重新執行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install_my_skill.sh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</a:t>
            </a:r>
            <a:endParaRPr lang="en-US" sz="1100" dirty="0"/>
          </a:p>
        </p:txBody>
      </p:sp>
      <p:sp>
        <p:nvSpPr>
          <p:cNvPr id="5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§5-D salloc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04 章 §3 prompt 技巧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下一堂預告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49732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第三堂：進階與真實案例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開課先送出 nf-core/ampliseq 官方測試（約 28 分鐘）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05 章：請 AI 把流程改寫成離線與外網直連兩種 Slurm 作業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06 章：用課程 Skills 抓錯，並和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 skill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比較、補強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章：解讀真實 16S 腸道菌相分析結果</a:t>
            </a:r>
            <a:endParaRPr lang="en-US" sz="24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講義：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https://gemini960114.github.io/Nano4-Docs/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978654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謝謝大家！🙌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</a:t>
            </a:r>
            <a:endParaRPr lang="en-US" sz="1100" dirty="0"/>
          </a:p>
        </p:txBody>
      </p:sp>
      <p:sp>
        <p:nvSpPr>
          <p:cNvPr id="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第 05 章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第 06 章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第 07 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Nano4 GP1 生醫 HPC 實戰課程：第一堂</dc:title>
  <dc:subject>PptxGenJS Presentation</dc:subject>
  <dc:creator>NCHC Nano4 課程</dc:creator>
  <cp:lastModifiedBy>NCHC Nano4 課程</cp:lastModifiedBy>
  <cp:revision>1</cp:revision>
  <dcterms:created xsi:type="dcterms:W3CDTF">2026-09-30T14:55:02Z</dcterms:created>
  <dcterms:modified xsi:type="dcterms:W3CDTF">2026-09-30T14:55:02Z</dcterms:modified>
</cp:coreProperties>
</file>