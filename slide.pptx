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308" r:id="rId59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9" r:id="rId60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  <Relationship Id="rId59" Type="http://schemas.openxmlformats.org/officeDocument/2006/relationships/slide" Target="slides/slide53.xml"/>
  <Relationship Id="rId60" Type="http://schemas.openxmlformats.org/officeDocument/2006/relationships/slide" Target="slides/slide54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開場先確認每位學員都有筆電與手機，並已完成課前作業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1、2 項沒完成的學員，今天大部分練習都無法進行，請助教優先處理；第 6 項沒有也沒關係，只用 Antigravity 內建 Agent 就能完成所有練習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請一兩位學員分享 Agent 給出的錯誤建議，這是本段最重要的學習點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先投影 day1_fastqc_multiqc.slurm 的內容，讓學員看到手動版需要寫哪些東西，再送出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講師示範時選一個 Agent，先讀出它的計畫再按同意；時間夠可換另一個 Agent 再做一次。備案：課前先用講師帳號跑一次，把 Agent 的計畫、腳本與結果截圖存好；課堂上超過 5 分鐘還沒跑完，就改用截圖講解，不要讓全班乾等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emini960114.github.io/Nano4-Docs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antigravity.google/" TargetMode="External"/><Relationship Id="rId2" Type="http://schemas.openxmlformats.org/officeDocument/2006/relationships/hyperlink" Target="https://code.visualstudio.com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emini960114/ssh-prox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emini960114/ssh-proxy/releases/latest" TargetMode="External"/><Relationship Id="rId2" Type="http://schemas.openxmlformats.org/officeDocument/2006/relationships/hyperlink" Target="https://github.com/gemini960114/ssh-proxy/releases/lates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hyperlink" Target="https://gemini960114.github.io/Nano4-Docs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37160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Nano4 GP1 生醫 HPC 實戰課程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51460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第一堂：連線與 AI Agent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520440"/>
            <a:ext cx="110029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01 章　登入、2FA 與環境管理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069080"/>
            <a:ext cx="110029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02 章　Antigravity Remote-SSH 與三個 AI Agent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617720"/>
            <a:ext cx="110029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📖 線上講義：</a:t>
            </a:r>
            <a:r>
              <a:rPr lang="en-US" sz="2000" u="sng" dirty="0">
                <a:solidFill>
                  <a:srgbClr val="FFE7A3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https://gemini960114.github.io/Nano4-Docs/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今天的時間表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2692786"/>
                <a:gridCol w="8310189"/>
              </a:tblGrid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時間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0:00–0:15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開場、確認課前準備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0:15–0:25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Nano4 與 GP1 架構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0:25–0:45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SSH 登入、2FA、取得教材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0:45–1:00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儲存空間與模組（練習 1、練習 3）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1:00–1:25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Antigravity 遠端連線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1:25–1:35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☕ 休息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1:35–2:00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ssh-proxy：只認證一次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2:00–2:25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裝上三個 AI Agent、AGENTS.md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2:25–2:40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三個 Agent 比較、人工驗證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2:40–3:00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結尾示範：手動 vs 自然語言派送作業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今天結束時，你會做到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310057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Antigravity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連上 Nano4，而且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只需認證一次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分清楚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$HOME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與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該放什麼，會用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載入生醫工具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Nano4 上裝好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 AI Agent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：Antigravity 內建 Agent、Codex、Claude Code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 AI 遵守超算規則（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AGENTS.md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），並自己驗證 AI 說得對不對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看懂同一個質控作業的兩種送法：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手動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與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一句自然語言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課前準備確認 ✋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480779"/>
                <a:gridCol w="8818864"/>
                <a:gridCol w="1703332"/>
              </a:tblGrid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完成了嗎？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604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iService 帳號已加入計畫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GOV115088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dirty="0">
                          <a:solidFill>
                            <a:srgbClr val="1B3A6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手機已安裝 </a:t>
                      </a: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IDExpert App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並完成 2FA 綁定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dirty="0">
                          <a:solidFill>
                            <a:srgbClr val="1B3A6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04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ssh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登入 Nano4 </a:t>
                      </a: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一次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（系統才會建立家目錄）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dirty="0">
                          <a:solidFill>
                            <a:srgbClr val="1B3A6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已安裝 </a:t>
                      </a: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Google Antigravity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並用 Google 帳號登入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dirty="0">
                          <a:solidFill>
                            <a:srgbClr val="1B3A6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04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已下載 </a:t>
                      </a: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ssh-proxy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執行檔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dirty="0">
                          <a:solidFill>
                            <a:srgbClr val="1B3A6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（選做）ChatGPT 帳號（Codex）或 Claude 帳號（Claude Code）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dirty="0">
                          <a:solidFill>
                            <a:srgbClr val="1B3A6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" y="5618074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還沒完成的同學請舉手，助教會協助你。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本課程的固定設定（請記住）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1280160"/>
            <a:ext cx="11002975" cy="1499616"/>
          </a:xfrm>
          <a:prstGeom prst="roundRect">
            <a:avLst>
              <a:gd name="adj" fmla="val 3659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10820095" cy="135331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計畫代號：GOV115088（國網生技醫藥高效能運算推廣與應用計畫）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佇列：    ngs62g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規格：    每個作業固定 -c 8 --mem=62G（國網官方規定，不可自行縮減）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環境：    CPU-only，本次不使用 GPU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2980944"/>
            <a:ext cx="11002975" cy="1109980"/>
          </a:xfrm>
          <a:prstGeom prst="roundRect">
            <a:avLst>
              <a:gd name="adj" fmla="val 6590"/>
            </a:avLst>
          </a:prstGeom>
          <a:solidFill>
            <a:srgbClr val="EEF3FB"/>
          </a:solidFill>
          <a:ln w="12700">
            <a:solidFill>
              <a:srgbClr val="B9CC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54096"/>
            <a:ext cx="10728655" cy="96367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講義裡出現的 H200 / GB200 GPU、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GOV113021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MST109178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等都是</a:t>
            </a:r>
            <a:r>
              <a:rPr lang="en-US" sz="20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參考資料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，照抄會被排程器拒絕。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19456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01 章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333756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登入、2FA 與環境管理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Nano4 長什麼樣子？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429000" y="1280160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42900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你的筆電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 flipH="1">
            <a:off x="3337560" y="1737360"/>
            <a:ext cx="1005840" cy="594360"/>
          </a:xfrm>
          <a:prstGeom prst="line">
            <a:avLst/>
          </a:prstGeom>
          <a:noFill/>
          <a:ln w="2540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5440680" y="1737360"/>
            <a:ext cx="3749040" cy="594360"/>
          </a:xfrm>
          <a:prstGeom prst="line">
            <a:avLst/>
          </a:prstGeom>
          <a:noFill/>
          <a:ln w="2540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143000" y="18470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 (Port 22)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418320" y="18470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SFTP / SCP (Port 2222)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417320" y="233172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EF3FB"/>
          </a:solidFill>
          <a:ln w="1905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2331720"/>
            <a:ext cx="384048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登入節點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25a-lgn01～05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269480" y="233172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EEF3FB"/>
          </a:solidFill>
          <a:ln w="1905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269480" y="2331720"/>
            <a:ext cx="384048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資料傳輸節點 (DTN)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只能傳檔，不能下指令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337560" y="3108960"/>
            <a:ext cx="914" cy="502920"/>
          </a:xfrm>
          <a:prstGeom prst="line">
            <a:avLst/>
          </a:prstGeom>
          <a:noFill/>
          <a:ln w="2540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520440" y="32004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 送出作業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51560" y="3611880"/>
            <a:ext cx="45720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3611880"/>
            <a:ext cx="4297680" cy="10972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計算節點</a:t>
            </a:r>
            <a:endParaRPr lang="en-US" sz="1800" dirty="0"/>
          </a:p>
          <a:p>
            <a:pPr indent="0" marL="0">
              <a:buNone/>
            </a:pPr>
            <a:r>
              <a:rPr lang="en-US" sz="1500" b="1" dirty="0">
                <a:solidFill>
                  <a:srgbClr val="E07B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・GP1 生醫 CPU 25a-cpn*  ← 本課程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・H200 / GB200 GPU（參考）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337560" y="4709160"/>
            <a:ext cx="914" cy="411480"/>
          </a:xfrm>
          <a:prstGeom prst="line">
            <a:avLst/>
          </a:prstGeom>
          <a:noFill/>
          <a:ln w="2540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189720" y="3108960"/>
            <a:ext cx="914" cy="2011680"/>
          </a:xfrm>
          <a:prstGeom prst="line">
            <a:avLst/>
          </a:prstGeom>
          <a:noFill/>
          <a:ln w="2540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51560" y="5120640"/>
            <a:ext cx="10058400" cy="566928"/>
          </a:xfrm>
          <a:prstGeom prst="roundRect">
            <a:avLst>
              <a:gd name="adj" fmla="val 12903"/>
            </a:avLst>
          </a:prstGeom>
          <a:solidFill>
            <a:srgbClr val="F3F4F6"/>
          </a:solidFill>
          <a:ln w="1905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560" y="5120640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WekaFS 高速共享儲存：/home 與 /work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5888736"/>
            <a:ext cx="11002975" cy="447675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GP1 生醫節點是 </a:t>
            </a:r>
            <a:r>
              <a:rPr lang="en-US" sz="15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Nano4 的一部分</a:t>
            </a:r>
            <a:r>
              <a:rPr lang="en-US" sz="15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，和 GPU 節點共用登入節點與儲存空間。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三個角色：一個比喻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1653626"/>
                <a:gridCol w="2289636"/>
                <a:gridCol w="7059712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角色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比喻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你在這裡做什麼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登入節點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大樓接待大廳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連線、看檔案、寫腳本、小型測試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計算節點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工廠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真正的運算；不能直接走進去，要透過「工單」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Slurm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廠長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審查工單、分配機器、跑完把結果交給你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94360" y="3511296"/>
            <a:ext cx="11002975" cy="1109980"/>
          </a:xfrm>
          <a:prstGeom prst="roundRect">
            <a:avLst>
              <a:gd name="adj" fmla="val 6590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584448"/>
            <a:ext cx="10728655" cy="96367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</a:t>
            </a:r>
            <a:r>
              <a:rPr lang="en-US" sz="20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登入節點不能跑重度運算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：超過 5 分鐘、超過 4 核心或超過 8 GB 的工作，一律用 Slurm 送到計算節點。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新手必知三大鐵律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245237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傳檔用 Port 2222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：資料傳輸節點和登入節點同一個主機名稱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nano4.nchc.org.tw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，但傳檔要指定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-P 2222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只接受台灣境內 IP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：在國外請先連 VPN 回台灣學術網路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sudo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：超算是多人共用系統，軟體請用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uv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或 Apptainer 容器解決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SSH 登入 Nano4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自己電腦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的終端機（Windows 請開 PowerShell）輸入：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2095246"/>
            <a:ext cx="11002975" cy="608076"/>
          </a:xfrm>
          <a:prstGeom prst="roundRect">
            <a:avLst>
              <a:gd name="adj" fmla="val 902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68398"/>
            <a:ext cx="10820095" cy="4617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 your_account@nano4.nchc.org.tw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904490"/>
            <a:ext cx="11002975" cy="165887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第一次連線會問是否信任主機金鑰 → 輸入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yes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接著會出現 2FA 選單（下一頁）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最後輸入主機密碼：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畫面不會顯示任何字元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，這是正常的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 2FA 方式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1280160"/>
            <a:ext cx="11002975" cy="608076"/>
          </a:xfrm>
          <a:prstGeom prst="roundRect">
            <a:avLst>
              <a:gd name="adj" fmla="val 902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10820095" cy="4617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Login method (1: Mobile APP OTP, 2: Mobile APP PUSH, 3: Email OTP):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089404"/>
          <a:ext cx="11002975" cy="914400"/>
        </p:xfrm>
        <a:graphic>
          <a:graphicData uri="http://schemas.openxmlformats.org/drawingml/2006/table">
            <a:tbl>
              <a:tblPr/>
              <a:tblGrid>
                <a:gridCol w="807558"/>
                <a:gridCol w="1526789"/>
                <a:gridCol w="6914714"/>
                <a:gridCol w="1753915"/>
              </a:tblGrid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選項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方式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怎麼做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推薦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2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手機推播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IDExpert App 跳出授權請求 → 按「同意」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⭐⭐⭐⭐⭐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1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OTP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打開 IDExpert App → 左下角「OTP」→ 輸入 6 位數字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⭐⭐⭐⭐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3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Email OTP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到註冊信箱收驗證碼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備援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94360" y="4320540"/>
            <a:ext cx="11002975" cy="101066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推播沒收到？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手動打開 IDExpert App，請求通常會馬上跳出；還是沒有就按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Ctrl+C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，重新登入並改選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1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取得課程教材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590169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登入成功後，把教材下載到家目錄：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94360" y="2071497"/>
            <a:ext cx="11002975" cy="2556256"/>
          </a:xfrm>
          <a:prstGeom prst="roundRect">
            <a:avLst>
              <a:gd name="adj" fmla="val 2146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44649"/>
            <a:ext cx="10820095" cy="24099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"$HOME"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if [[ -d Nano4-Docs/.git ]]; then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git -C Nano4-Docs pull --ff-only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else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git clone https://github.com/gemini960114/Nano4-Docs.git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fi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"$HOME/Nano4-Docs"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git status --short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28921"/>
            <a:ext cx="11002975" cy="590169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之後重新開啟終端機，都先回到教材目錄：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94360" y="5620258"/>
            <a:ext cx="11002975" cy="591566"/>
          </a:xfrm>
          <a:prstGeom prst="roundRect">
            <a:avLst>
              <a:gd name="adj" fmla="val 9274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5693410"/>
            <a:ext cx="10820095" cy="44526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"$HOME/Nano4-Docs"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讓登入更快：設定 SSH Config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542671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</a:t>
            </a:r>
            <a:r>
              <a:rPr lang="en-US" sz="19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自己電腦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編輯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~/.ssh/config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（Windows：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C:\Users\&lt;你&gt;\.ssh\config</a:t>
            </a: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）：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94360" y="2023999"/>
            <a:ext cx="11002975" cy="1895856"/>
          </a:xfrm>
          <a:prstGeom prst="roundRect">
            <a:avLst>
              <a:gd name="adj" fmla="val 2894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097151"/>
            <a:ext cx="10820095" cy="17495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Host nano4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HostName nano4.nchc.org.tw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User your_account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Port 22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ServerAliveInterval 60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ServerAliveCountMax 3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121023"/>
            <a:ext cx="11002975" cy="542671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之後只要輸入：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94360" y="4864862"/>
            <a:ext cx="11002975" cy="575056"/>
          </a:xfrm>
          <a:prstGeom prst="roundRect">
            <a:avLst>
              <a:gd name="adj" fmla="val 954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4938014"/>
            <a:ext cx="10820095" cy="4287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 nano4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5641086"/>
            <a:ext cx="11002975" cy="678053"/>
          </a:xfrm>
          <a:prstGeom prst="roundRect">
            <a:avLst>
              <a:gd name="adj" fmla="val 10789"/>
            </a:avLst>
          </a:prstGeom>
          <a:solidFill>
            <a:srgbClr val="EEF3FB"/>
          </a:solidFill>
          <a:ln w="12700">
            <a:solidFill>
              <a:srgbClr val="B9CC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714238"/>
            <a:ext cx="10728655" cy="531749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每一條新連線還是要輸入密碼與 OTP。第 02 章的 </a:t>
            </a:r>
            <a:r>
              <a:rPr lang="en-US" sz="17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ssh-proxy</a:t>
            </a: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會解決這個問題。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儲存空間：什麼東西放哪裡？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2747772"/>
                <a:gridCol w="3413227"/>
                <a:gridCol w="1428750"/>
                <a:gridCol w="3413227"/>
              </a:tblGrid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路徑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放什麼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本課程配額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注意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$HOME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/home/帳號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程式碼、Git repo、設定檔、skill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100 GB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不要放大量小檔案或快取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/work/帳號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FASTQ、分析結果、容器與暫存檔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100 GB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沒有備份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，重要結果要自己備份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/tmp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B423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不要放任何資料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隨時會被清除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94360" y="4485132"/>
            <a:ext cx="11002975" cy="749300"/>
          </a:xfrm>
          <a:prstGeom prst="roundRect">
            <a:avLst>
              <a:gd name="adj" fmla="val 9763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4558284"/>
            <a:ext cx="10728655" cy="60299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是 </a:t>
            </a:r>
            <a:r>
              <a:rPr lang="en-US" sz="18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，不是舊系統的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/work1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查詢自己的空間：</a:t>
            </a:r>
            <a:r>
              <a:rPr lang="en-US" sz="3200" b="1" dirty="0">
                <a:solidFill>
                  <a:srgbClr val="1B3A6B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hfsquota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1280160"/>
            <a:ext cx="11002975" cy="608076"/>
          </a:xfrm>
          <a:prstGeom prst="roundRect">
            <a:avLst>
              <a:gd name="adj" fmla="val 902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10820095" cy="4617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hfsquota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2089404"/>
            <a:ext cx="11002975" cy="1202436"/>
          </a:xfrm>
          <a:prstGeom prst="roundRect">
            <a:avLst>
              <a:gd name="adj" fmla="val 456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162556"/>
            <a:ext cx="10820095" cy="105613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PATH                 USED      HARD LIMIT          USAGE %  STATUS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/home/&lt;帳號&gt;         499,712 B 107,374,182,400 B       0  ACTIVE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/work/&lt;帳號&gt;       2,240,512 B 107,374,182,400 B       0  ACTIVE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3493008"/>
            <a:ext cx="11002975" cy="749300"/>
          </a:xfrm>
          <a:prstGeom prst="roundRect">
            <a:avLst>
              <a:gd name="adj" fmla="val 9763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66160"/>
            <a:ext cx="10728655" cy="60299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❌ 不要用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df -h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：它顯示的是整個叢集好幾 PB 的容量，不是你的配額。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1：環境健檢（5 分鐘）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11002975" cy="1235456"/>
          </a:xfrm>
          <a:prstGeom prst="roundRect">
            <a:avLst>
              <a:gd name="adj" fmla="val 444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53312"/>
            <a:ext cx="10820095" cy="10891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whoami        # 我是誰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hostname      # 我在哪台登入節點（25a-lgn01～05）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pwd           # 我在哪個資料夾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hfsquota      # 我的 /home 與 /work 配額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716784"/>
            <a:ext cx="11002975" cy="518922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執行一鍵健檢腳本：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3436874"/>
            <a:ext cx="11002975" cy="773176"/>
          </a:xfrm>
          <a:prstGeom prst="roundRect">
            <a:avLst>
              <a:gd name="adj" fmla="val 7096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510026"/>
            <a:ext cx="10820095" cy="6268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"$HOME/Nano4-Docs/01-nano4-ssh-and-2fa/scripts"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./quick_healthcheck.sh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4411218"/>
            <a:ext cx="11002975" cy="189280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請確認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Bef>
                <a:spcPts val="700"/>
              </a:spcBef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wallet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那一段有列出 </a:t>
            </a:r>
            <a:r>
              <a:rPr lang="en-US" sz="17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GOV115088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佇列概況顯示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 (本課程 GOV115088，固定 -c 8 --mem=62G，96h)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外網測試出現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✅ 外網連線正常 (NCBI 連通)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軟體從哪裡來？</a:t>
            </a:r>
            <a:r>
              <a:rPr lang="en-US" sz="3200" b="1" dirty="0">
                <a:solidFill>
                  <a:srgbClr val="1B3A6B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101066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超算上不能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sudo apt install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，官方已經把常用軟體裝好，用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載入：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491994"/>
          <a:ext cx="11002975" cy="914400"/>
        </p:xfrm>
        <a:graphic>
          <a:graphicData uri="http://schemas.openxmlformats.org/drawingml/2006/table">
            <a:tbl>
              <a:tblPr/>
              <a:tblGrid>
                <a:gridCol w="7014690"/>
                <a:gridCol w="3988285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指令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 avail biology/FastQC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查詢有哪些版本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 load 名稱/版本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載入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 list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列出目前載入的模組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 purge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全部清空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5230622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生醫工具都在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biology/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底下。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3：載入生醫模組（5 分鐘）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11002975" cy="5065776"/>
          </a:xfrm>
          <a:prstGeom prst="roundRect">
            <a:avLst>
              <a:gd name="adj" fmla="val 108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53312"/>
            <a:ext cx="10820095" cy="49194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1. 清空環境，確認工具還不存在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 purge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command -v fastqc || echo "fastqc: 尚未載入"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2. 載入本課程會用到的三個模組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 load biology/JDK/26.0.1 biology/FastQC/0.11.9 biology/MultiQC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3. 確認版本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fastqc --version      # FastQC v0.11.9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multiqc --version     # multiqc, version 1.35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java -version         # java version "26.0.1"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 list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4. 再次清空，工具又不見了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 purge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command -v fastqc || echo "fastqc: 已隨 module purge 移除"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 FastQC 一定要搭配 JDK？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270383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計算節點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沒有系統 Java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只載入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biology/FastQC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、沒載入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biology/JDK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時：</a:t>
            </a:r>
            <a:endParaRPr lang="en-US" sz="2200" dirty="0"/>
          </a:p>
          <a:p>
            <a:pPr lvl="1" marL="4572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FastQC 找不到 Java，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不會產生任何報告</a:t>
            </a:r>
            <a:endParaRPr lang="en-US" sz="2200" dirty="0"/>
          </a:p>
          <a:p>
            <a:pPr lvl="1" marL="4572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但指令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仍可能顯示成功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← 最容易被騙的地方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Agent 也常漏掉這一點，今天最後的示範請注意看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4185158"/>
            <a:ext cx="11002975" cy="1109980"/>
          </a:xfrm>
          <a:prstGeom prst="roundRect">
            <a:avLst>
              <a:gd name="adj" fmla="val 6590"/>
            </a:avLst>
          </a:prstGeom>
          <a:solidFill>
            <a:srgbClr val="EEF3FB"/>
          </a:solidFill>
          <a:ln w="12700">
            <a:solidFill>
              <a:srgbClr val="B9CC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258310"/>
            <a:ext cx="10728655" cy="96367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這也是為什麼 Slurm 腳本第一行要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 purge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：先清空，再明確載入需要的東西。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為什麼需要 Slurm？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1280160"/>
            <a:ext cx="11002975" cy="1796796"/>
          </a:xfrm>
          <a:prstGeom prst="roundRect">
            <a:avLst>
              <a:gd name="adj" fmla="val 305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10820095" cy="165049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[個人電腦思維]  雙擊程式 → 馬上在本機執行 → 關掉視窗就中斷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[超級電腦思維]  在登入節點寫腳本 → sbatch 交給 Slurm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       → 計算節點在背景執行 → 你可以關機回家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       → 跑完結果寫進日誌檔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278124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今天只看 Slurm 怎麼用，第二堂再學腳本每一行的意思。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</a:t>
            </a: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規格：官方固定搭配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3439516"/>
                <a:gridCol w="1140714"/>
                <a:gridCol w="1794510"/>
                <a:gridCol w="1188720"/>
                <a:gridCol w="3439516"/>
              </a:tblGrid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佇列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核心 </a:t>
                      </a: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-c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記憶體 </a:t>
                      </a: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--mem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最長時間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本課程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ngs62g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62 GB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 天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GOV115088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唯一可用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ngstest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ngs8g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～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ngs32g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ngs125g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…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B423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只開放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MST109178</a:t>
                      </a:r>
                      <a:r>
                        <a:rPr lang="en-US" sz="1800" dirty="0">
                          <a:solidFill>
                            <a:srgbClr val="B423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等計畫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" y="3653028"/>
            <a:ext cx="11002975" cy="165887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國網規定每個佇列都要用固定的「核心 × 記憶體」申請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送到其他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ngs*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佇列會被拒絕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計費以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核心小時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01 章常見問題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4426805"/>
                <a:gridCol w="6576170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狀況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解法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ssh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卡住，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Connection timed out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是否在國外？單位防火牆擋 Port 22？改用手機熱點試試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推播一直沒收到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手動打開 IDExpert App；或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Ctrl+C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重來並改選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1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OTP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Disk quota exceeded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hfsquota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檢查；大檔案移到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/work/$USER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sudo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被拒絕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正常。改用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uv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或容器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在登入節點跑程式被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Killed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超過 5 分鐘的重度運算會被系統清除，改用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sbatch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19456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02 章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333756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Antigravity Remote-SSH 與三個 AI Agent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為什麼要用 Antigravity Remote-SSH？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1280160"/>
            <a:ext cx="11002975" cy="2985516"/>
          </a:xfrm>
          <a:prstGeom prst="roundRect">
            <a:avLst>
              <a:gd name="adj" fmla="val 1838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10820095" cy="283921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[ 你的筆電 ]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└─ Antigravity（本機介面、快捷鍵）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  │  加密 SSH 連線（第 01 章設定的 Host nano4）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  ▼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[ Nano4 登入節點 25a-lgn01～05 ]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├─ Antigravity Server（背景執行）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├─ 三個 AI Agent：內建 Agent、Codex、Claude Code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├─ /work/$USER 高速工作區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└─ Slurm 指令（sbatch、squeue、sacct）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466844"/>
            <a:ext cx="11002975" cy="165887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目的：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AI Agent 帶到超算上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，讓它直接讀檔、寫腳本、送作業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滑鼠操作檔案總管，不用記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vim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；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 + `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開啟遠端終端機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VS Code 也可以，步驟相同，只是沒有內建 Agent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A：安裝 Antigravity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4300982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</a:t>
            </a:r>
            <a:r>
              <a:rPr lang="en-US" sz="2000" u="sng" dirty="0">
                <a:solidFill>
                  <a:srgbClr val="1D4ED8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https://antigravity.google/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下載安裝，用 Google 帳號登入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 + Shift + X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開啟擴充套件，確認已有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Remote - SSH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（已內建就略過）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首次連線時，Antigravity 會在 Nano4 的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~/.antigravity-ide-server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安裝伺服器端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1000"/>
              </a:spcBef>
              <a:spcAft>
                <a:spcPts val="1100"/>
              </a:spcAft>
              <a:buNone/>
            </a:pPr>
            <a:r>
              <a:rPr lang="en-US" sz="24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VS Code 的同學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</a:t>
            </a:r>
            <a:r>
              <a:rPr lang="en-US" sz="2000" u="sng" dirty="0">
                <a:solidFill>
                  <a:srgbClr val="1D4ED8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https://code.visualstudio.com/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下載安裝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Remote - SSH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（Microsoft 發行）→ Install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B–C：連上 Nano4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373481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點左下角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&gt;&lt;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圖示 →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 to Host...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（讀取第 01 章設定的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~/.ssh/config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平台選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Linux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上方輸入框出現 2FA 選單 → 輸入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2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手機按同意 → 輸入密碼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左下角顯示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SSH: nano4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就成功了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卡在「Waiting for 2FA」？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提示可能縮在視窗頂部，或在「Output → Remote - SSH」分頁裡。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D ＋ 🧪 練習 1：開啟遠端工作區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113639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檔案總管 →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 Folder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輸入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/work/your_account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右鍵新增檔案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my_test.py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，寫入：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51560" y="2617724"/>
            <a:ext cx="10545775" cy="608076"/>
          </a:xfrm>
          <a:prstGeom prst="roundRect">
            <a:avLst>
              <a:gd name="adj" fmla="val 902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690876"/>
            <a:ext cx="10362895" cy="4617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print("Hello from VS Code Remote on Nano4!")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426968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 + S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存檔，按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 + `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開啟終端機：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51560" y="4242054"/>
            <a:ext cx="10545775" cy="608076"/>
          </a:xfrm>
          <a:prstGeom prst="roundRect">
            <a:avLst>
              <a:gd name="adj" fmla="val 902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4315206"/>
            <a:ext cx="10362895" cy="4617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python my_test.py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5051298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👉 注意：剛才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 Folder 時，是不是又要輸入一次密碼和 OTP？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問題：為什麼要一直認證？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344982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Nano4 的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每一條新 SSH 連線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都要密碼 + OTP。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Antigravity 在這些時候都會開新連線：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第一次連線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 Folder 選目錄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切換資料夾、重新載入視窗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一堂課可能要認證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好幾次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😩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解法：ssh-proxy 只認證一次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" y="1280160"/>
            <a:ext cx="11002975" cy="2391156"/>
          </a:xfrm>
          <a:prstGeom prst="roundRect">
            <a:avLst>
              <a:gd name="adj" fmla="val 2294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10820095" cy="22448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Antigravity / VS Code / 終端機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│  連 nano4-proxy（不需 OTP）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▼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127.0.0.1:2222   ← ssh-proxy（在你的電腦上執行，視窗保持開著）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│  已完成密碼 + OTP 的連線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    ▼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nano4.nchc.org.tw:22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872484"/>
            <a:ext cx="11002975" cy="2293112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ssh-proxy 先幫你完成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認證，並保持連線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之後所有連線都走這條已認證的通道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額外好處：所有連線固定在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同一台登入節點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</a:t>
            </a:r>
            <a:r>
              <a:rPr lang="en-US" sz="2000" u="sng" dirty="0">
                <a:solidFill>
                  <a:srgbClr val="1D4ED8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https://github.com/gemini960114/ssh-proxy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ssh-proxy 設定 1：下載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101066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</a:t>
            </a:r>
            <a:r>
              <a:rPr lang="en-US" sz="2200" u="sng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Releases 頁面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</a:t>
            </a:r>
            <a:r>
              <a:rPr lang="en-US" sz="2000" u="sng" dirty="0">
                <a:solidFill>
                  <a:srgbClr val="1D4ED8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https://github.com/gemini960114/ssh-proxy/releases/latest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下載（免安裝 Python）：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491994"/>
          <a:ext cx="11002975" cy="914400"/>
        </p:xfrm>
        <a:graphic>
          <a:graphicData uri="http://schemas.openxmlformats.org/drawingml/2006/table">
            <a:tbl>
              <a:tblPr/>
              <a:tblGrid>
                <a:gridCol w="5409377"/>
                <a:gridCol w="5593598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你的電腦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下載檔案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Windows 10 / 11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ssh-proxy-windows-x64.exe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macOS Apple Silicon（M1–M4）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ssh-proxy-macos-arm64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Linux x64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ssh-proxy-linux-x64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4723130"/>
            <a:ext cx="11002975" cy="101066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 Mac 沒有預先編譯的檔案，需依 ssh-proxy README 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uv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從原始碼執行。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ssh-proxy 設定 2：加入 </a:t>
            </a:r>
            <a:r>
              <a:rPr lang="en-US" sz="3200" b="1" dirty="0">
                <a:solidFill>
                  <a:srgbClr val="1B3A6B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nano4-proxy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自己電腦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~/.ssh/config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再加一段（保留原本的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Host nano4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2095246"/>
            <a:ext cx="11002975" cy="3282696"/>
          </a:xfrm>
          <a:prstGeom prst="roundRect">
            <a:avLst>
              <a:gd name="adj" fmla="val 167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68398"/>
            <a:ext cx="10820095" cy="313639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Host nano4-proxy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HostName 127.0.0.1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Port 2222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User your_account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# 這兩行只能用在 127.0.0.1 這個別名，絕對不要加到 nano4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StrictHostKeyChecking no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UserKnownHostsFile /dev/null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LogLevel ERROR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ServerAliveInterval 30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ServerAliveCountMax 3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94360" y="5579110"/>
            <a:ext cx="11002975" cy="749300"/>
          </a:xfrm>
          <a:prstGeom prst="roundRect">
            <a:avLst>
              <a:gd name="adj" fmla="val 9763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5652262"/>
            <a:ext cx="10728655" cy="60299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記得把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your_account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改成</a:t>
            </a:r>
            <a:r>
              <a:rPr lang="en-US" sz="20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自己的帳號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ssh-proxy 設定 3：啟動並認證一次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自己電腦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的終端機執行，並讓這個視窗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保持開著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2095246"/>
            <a:ext cx="11002975" cy="2391156"/>
          </a:xfrm>
          <a:prstGeom prst="roundRect">
            <a:avLst>
              <a:gd name="adj" fmla="val 2294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68398"/>
            <a:ext cx="10820095" cy="22448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Windows (PowerShell)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.\ssh-proxy-windows-x64.exe nano4 --max-lifetime 10h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# macOS Apple Silicon（第一次需加執行權限並解除下載隔離）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chmod +x ssh-proxy-macos-arm64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xattr -d com.apple.quarantine ssh-proxy-macos-arm64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./ssh-proxy-macos-arm64 nano4 --max-lifetime 10h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687570"/>
            <a:ext cx="11002975" cy="165887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第一次會顯示 Nano4 的主機金鑰指紋 → 輸入完整的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yes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依提示輸入密碼與 OTP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--max-lifetime 10h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：預設 8 小時會自動停止，加上這個撐過一整天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2：確認只需認證一次（10 分鐘）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56642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另開一個本機終端機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，連續連線兩次：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94360" y="2047748"/>
            <a:ext cx="11002975" cy="839216"/>
          </a:xfrm>
          <a:prstGeom prst="roundRect">
            <a:avLst>
              <a:gd name="adj" fmla="val 6538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120900"/>
            <a:ext cx="10820095" cy="69291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 nano4-proxy hostname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ssh nano4-proxy 'echo $USER; hfsquota'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088132"/>
            <a:ext cx="11002975" cy="324612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兩次都直接顯示結果，</a:t>
            </a:r>
            <a:r>
              <a:rPr lang="en-US" sz="20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不再要求密碼或 OTP</a:t>
            </a:r>
            <a:endParaRPr lang="en-US" sz="2000" dirty="0"/>
          </a:p>
          <a:p>
            <a:pPr indent="0" marL="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接著在 Antigravity：</a:t>
            </a:r>
            <a:endParaRPr lang="en-US" sz="2000" dirty="0"/>
          </a:p>
          <a:p>
            <a:pPr indent="0" marL="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en-US" sz="20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Connect to Host...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選 </a:t>
            </a:r>
            <a:r>
              <a:rPr lang="en-US" sz="18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nano4-proxy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（不是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</a:t>
            </a:r>
            <a:endParaRPr lang="en-US" sz="2000" dirty="0"/>
          </a:p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 Folder 開啟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/work/&lt;帳號&gt;</a:t>
            </a:r>
            <a:endParaRPr lang="en-US" sz="2000" dirty="0"/>
          </a:p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再切換到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/home/&lt;帳號&gt;/Nano4-Docs</a:t>
            </a:r>
            <a:endParaRPr lang="en-US" sz="2000" dirty="0"/>
          </a:p>
          <a:p>
            <a:pPr indent="0" marL="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切換資料夾時不再出現 OTP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33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ssh-proxy 使用注意</a:t>
            </a:r>
            <a:endParaRPr lang="en-US" sz="3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5501488"/>
                <a:gridCol w="5501488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狀況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自動停止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沒有任何連線 </a:t>
                      </a: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 分鐘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，或總執行 </a:t>
                      </a: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小時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後會停止（可用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--max-lifetime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延長）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Connection refused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proxy 已停止 → 重新啟動（再認證一次）並重新連線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Address already in use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已經有另一個 proxy 在用 2222 埠，先關掉它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REMOTE HOST IDENTIFICATION HAS CHANGED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proxy 會在送出密碼前停止；先向國網中心確認，</a:t>
                      </a: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不要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直接刪除舊金鑰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" y="5317236"/>
            <a:ext cx="11002975" cy="101066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只在自己的電腦上使用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：proxy 執行期間，同一台電腦的其他程式也能透過它進入你的帳號。離開座位或使用共用電腦時，請在 proxy 視窗按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Ctrl+C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 AI Agent，自由切換</a:t>
            </a:r>
            <a:endParaRPr lang="en-US" sz="3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3190832"/>
                <a:gridCol w="4670894"/>
                <a:gridCol w="3141249"/>
              </a:tblGrid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怎麼取得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需要的帳號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Antigravity 內建 Agent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內建，不需安裝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Google 帳號（已登入）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Codex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擴充套件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openai.chatgpt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ChatGPT 帳號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Code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擴充套件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anthropic.claude-code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帳號或 API key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" y="3439160"/>
            <a:ext cx="11002975" cy="108889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同一個問題，請三個 Agent 各回答一次，互相比對</a:t>
            </a:r>
            <a:endParaRPr lang="en-US" sz="21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你不必背指令：</a:t>
            </a:r>
            <a:r>
              <a:rPr lang="en-US" sz="21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說出想做的分析</a:t>
            </a:r>
            <a:r>
              <a:rPr lang="en-US" sz="2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，由 Agent 寫腳本、送作業、解讀結果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>
            <a:off x="594360" y="4729226"/>
            <a:ext cx="11002975" cy="1068197"/>
          </a:xfrm>
          <a:prstGeom prst="roundRect">
            <a:avLst>
              <a:gd name="adj" fmla="val 6848"/>
            </a:avLst>
          </a:prstGeom>
          <a:solidFill>
            <a:srgbClr val="EEF3FB"/>
          </a:solidFill>
          <a:ln w="12700">
            <a:solidFill>
              <a:srgbClr val="B9CC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802378"/>
            <a:ext cx="10728655" cy="921893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Antigravity 內建 Agent 也能完成所有練習；有帳號的同學再加裝另外兩個來比較。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35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安裝擴充套件：裝在遠端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連上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nano4-proxy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後，按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 + `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開啟終端機：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2095246"/>
            <a:ext cx="11002975" cy="905256"/>
          </a:xfrm>
          <a:prstGeom prst="roundRect">
            <a:avLst>
              <a:gd name="adj" fmla="val 606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68398"/>
            <a:ext cx="10820095" cy="7589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"$HOME/Nano4-Docs/02-vscode-and-ai-tools/scripts"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bash install_vscode_extensions.sh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201670"/>
            <a:ext cx="11002975" cy="113639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腳本會安裝 Codex、Claude Code，以及 Python、Jupyter 套件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也可以在 Extensions 面板搜尋，點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Install in SSH: nano4-proxy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4539234"/>
            <a:ext cx="11002975" cy="1109980"/>
          </a:xfrm>
          <a:prstGeom prst="roundRect">
            <a:avLst>
              <a:gd name="adj" fmla="val 6590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612386"/>
            <a:ext cx="10728655" cy="96367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Agent 要裝在</a:t>
            </a:r>
            <a:r>
              <a:rPr lang="en-US" sz="20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遠端（SSH）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，才能讀取 Nano4 上的檔案、在 Nano4 上執行指令。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36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登入各個 Agent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2055622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Codex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：點左側活動列的 Codex 圖示 →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Sign in with ChatGPT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 Code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：點左側活動列的 Claude 圖示 → 登入 Claude 帳號（或填 API key）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Antigravity 內建 Agent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：打開 Agent 面板即可使用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3536950"/>
            <a:ext cx="11002975" cy="1109980"/>
          </a:xfrm>
          <a:prstGeom prst="roundRect">
            <a:avLst>
              <a:gd name="adj" fmla="val 6590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610102"/>
            <a:ext cx="10728655" cy="96367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三個 Agent 都在</a:t>
            </a:r>
            <a:r>
              <a:rPr lang="en-US" sz="20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登入節點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執行指令：運算一定要讓 Agent 用 </a:t>
            </a:r>
            <a:r>
              <a:rPr lang="en-US" sz="18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</a:t>
            </a:r>
            <a:r>
              <a:rPr lang="en-US" sz="20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送到計算節點。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37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從哪裡讀到 Nano4 的規則？</a:t>
            </a:r>
            <a:endParaRPr lang="en-US" sz="3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3285236"/>
                <a:gridCol w="7717739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讀取的規則檔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Antigravity 內建 Agent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.agents/rules/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（教材的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nano4.md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會引用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AGENTS.md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Codex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AGENTS.md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Code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CLAUDE.md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（教材的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CLAUDE.md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匯入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AGENTS.md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" y="3511296"/>
            <a:ext cx="11002975" cy="113639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Open Folder 開啟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$HOME/Nano4-Docs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，三個 Agent 都會讀到規則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開啟其他資料夾時讀不到 → 在對話開頭說「請先閱讀 AGENTS.md」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39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不知道超算的規矩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344982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助手預設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不知道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超級電腦是多人共用的，可能會建議：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❌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sudo apt install ...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❌ 把 50 GB 模型下載到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$HOME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❌ 在登入節點直接跑大型運算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❌ 為了「省資源」把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--mem</a:t>
            </a:r>
            <a:r>
              <a:rPr lang="en-US" sz="22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調小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👉 解法：在 repo 根目錄放一份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AGENTS.md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，告訴 AI 這台機器的規則。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AGENTS.md</a:t>
            </a: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：給 AI 的 Nano4 守則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401980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禁止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sudo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：軟體改用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uv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或 Apptainer 容器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大資料放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/work/$USER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：不塞爆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$HOME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，不寫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/tmp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登入節點不跑重度運算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：一律封裝成 Slurm 作業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Slurm 標準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module purge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放第一行、日誌用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%x-%j.out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、不反覆查詢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squeue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本課程設定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GOV115088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只能用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，固定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-c 8 --mem=62G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替使用者操作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：先用白話說明計畫、等你同意再送出，跑完用白話解讀結果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3：裝上三個 Agent 並打招呼（10 分鐘）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165887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 Folder 開啟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/home/&lt;帳號&gt;/Nano4-Docs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install_vscode_extensions.sh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，登入你有帳號的 Agent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對每個 Agent 輸入同一句話：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3140202"/>
            <a:ext cx="11002975" cy="905256"/>
          </a:xfrm>
          <a:prstGeom prst="roundRect">
            <a:avLst>
              <a:gd name="adj" fmla="val 606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213354"/>
            <a:ext cx="10820095" cy="7589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請先閱讀 AGENTS.md。用三句話告訴我：我現在在哪一台電腦上？這門課我能用哪個計畫和佇列？每個作業要申請多少核心和記憶體？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246626"/>
            <a:ext cx="11002975" cy="101066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三個 Agent 都能說出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25a-lgn0X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GOV115088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與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-c 8 --mem=62G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42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4：三個 Agent 解釋同一支範本（10 分鐘）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對每個 Agent 輸入相同的 prompt：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2095246"/>
            <a:ext cx="11002975" cy="905256"/>
          </a:xfrm>
          <a:prstGeom prst="roundRect">
            <a:avLst>
              <a:gd name="adj" fmla="val 606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168398"/>
            <a:ext cx="10820095" cy="7589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請先閱讀 AGENTS.md，再解釋 03-slurm-syntax-and-job-management/templates/standard_cpu_job.slurm 每一個 #SBATCH 參數的用途，但先不要修改檔案。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201670"/>
            <a:ext cx="11002975" cy="281559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比較它們的回答：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是否都說出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GOV115088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只能使用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有沒有 Agent 建議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--mem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調小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這是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錯誤建議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：國網規定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必須固定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-c 8 --mem=62G</a:t>
            </a:r>
            <a:endParaRPr lang="en-US" sz="22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哪個 Agent 的說明最容易懂？哪個最精確？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43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5：人工驗證 AI 的建議（5 分鐘）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518922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的回答只是建議，</a:t>
            </a:r>
            <a:r>
              <a:rPr lang="en-US" sz="18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最後要由你自己驗證</a:t>
            </a: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2000250"/>
            <a:ext cx="11002975" cy="1466596"/>
          </a:xfrm>
          <a:prstGeom prst="roundRect">
            <a:avLst>
              <a:gd name="adj" fmla="val 374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73402"/>
            <a:ext cx="10820095" cy="132029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"$HOME/Nano4-Docs"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sinfo -p ngs62g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bash -n 03-slurm-syntax-and-job-management/templates/standard_cpu_job.slurm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 --test-only --account=GOV115088 \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    03-slurm-syntax-and-job-management/templates/standard_cpu_job.slurm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668014"/>
            <a:ext cx="11002975" cy="518922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預期結果：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94360" y="4388104"/>
            <a:ext cx="11002975" cy="1004316"/>
          </a:xfrm>
          <a:prstGeom prst="roundRect">
            <a:avLst>
              <a:gd name="adj" fmla="val 546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461256"/>
            <a:ext cx="10820095" cy="85801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（bash -n 沒有任何輸出 = 語法正確）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sbatch: Job 426753 to start at 2026-09-23T20:19:09 using 8 processors on nodes 25a-cpn01 in partition ngs62g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5593588"/>
            <a:ext cx="11002975" cy="654304"/>
          </a:xfrm>
          <a:prstGeom prst="roundRect">
            <a:avLst>
              <a:gd name="adj" fmla="val 11180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666740"/>
            <a:ext cx="10728655" cy="50800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</a:t>
            </a:r>
            <a:r>
              <a:rPr lang="en-US" sz="15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--test-only</a:t>
            </a:r>
            <a:r>
              <a:rPr lang="en-US" sz="16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只檢查</a:t>
            </a:r>
            <a:r>
              <a:rPr lang="en-US" sz="16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帳號與分區</a:t>
            </a:r>
            <a:r>
              <a:rPr lang="en-US" sz="16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16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不檢查</a:t>
            </a:r>
            <a:r>
              <a:rPr lang="en-US" sz="16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官方規格（</a:t>
            </a:r>
            <a:r>
              <a:rPr lang="en-US" sz="15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-c 8 --mem=62G</a:t>
            </a:r>
            <a:r>
              <a:rPr lang="en-US" sz="16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），這部分要自己對照。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44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6 A：手動送出質控作業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92710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個定序樣本（FASTQ，各 1000 reads）→ FastQC 逐一檢查 → MultiQC 彙整成一份報告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94360" y="2408428"/>
            <a:ext cx="11002975" cy="1631696"/>
          </a:xfrm>
          <a:prstGeom prst="roundRect">
            <a:avLst>
              <a:gd name="adj" fmla="val 3362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481580"/>
            <a:ext cx="10820095" cy="148539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/work/$USER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 "$HOME/Nano4-Docs/02-vscode-and-ai-tools/templates/day1_fastqc_multiqc.slurm"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sacct -X -o JobID,JobName,State,Elapsed      # 跑完後 State 為 COMPLETED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tail -3 day1_qc-*.out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241292"/>
            <a:ext cx="11002975" cy="56642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日誌最後一行：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94360" y="5008880"/>
            <a:ext cx="11002975" cy="575056"/>
          </a:xfrm>
          <a:prstGeom prst="roundRect">
            <a:avLst>
              <a:gd name="adj" fmla="val 9541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5082032"/>
            <a:ext cx="10820095" cy="42875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✅ 完成！MultiQC 報告：/work/&lt;帳號&gt;/day1_qc/multiqc_out/multiqc_report.html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5785104"/>
            <a:ext cx="11002975" cy="56642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作業約 10 秒就跑完。腳本每一行的意思，第二堂會學到。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45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練習 6 B：一句自然語言，請 Agent 做同一件事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在工作資料夾為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Nano4-Docs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的 Antigravity，對任一個 Agent 輸入：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2095246"/>
            <a:ext cx="11002975" cy="2093976"/>
          </a:xfrm>
          <a:prstGeom prst="roundRect">
            <a:avLst>
              <a:gd name="adj" fmla="val 2620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168398"/>
            <a:ext cx="10820095" cy="19476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我有 4 個定序樣本（FASTQ），放在 04-ai-assisted-bio-pipeline/demo_data/fastq_raw/。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請幫我檢查這些樣本的定序品質：用 FastQC 逐一檢查，再用 MultiQC 彙整成一份報告，結果放在 /work/$USER/day1_qc_ai/。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請依照 AGENTS.md 把工作送到計算節點執行。送出前先用三到五句話告訴我你的計畫，等我同意再送出；跑完後用白話告訴我這 4 個樣本的品質如何。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390390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👉 你沒有打任何指令，只說了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想完成的分析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46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6：比較兩種送法</a:t>
            </a:r>
            <a:endParaRPr lang="en-US" sz="32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8111820"/>
                <a:gridCol w="1137920"/>
                <a:gridCol w="1753235"/>
              </a:tblGrid>
              <a:tr h="796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檢查項目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手動腳本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產生的腳本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--account=GOV115088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--partition=ngs62g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?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--cpus-per-task=8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--mem=62G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?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96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 purge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後載入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biology/JDK/26.0.1 biology/FastQC/0.11.9 biology/MultiQC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?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sbatch</a:t>
                      </a: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送到計算節點，不在登入節點直接跑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?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送出後沒有反覆查詢 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squeue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?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945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用白話解讀品質結果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?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4360" y="5520690"/>
            <a:ext cx="11002975" cy="725551"/>
          </a:xfrm>
          <a:prstGeom prst="roundRect">
            <a:avLst>
              <a:gd name="adj" fmla="val 10082"/>
            </a:avLst>
          </a:prstGeom>
          <a:solidFill>
            <a:srgbClr val="FEF3F2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593842"/>
            <a:ext cx="10728655" cy="579247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Agent 做錯時，</a:t>
            </a:r>
            <a:r>
              <a:rPr lang="en-US" sz="1900" b="1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用說的</a:t>
            </a:r>
            <a:r>
              <a:rPr lang="en-US" sz="19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告訴它違反了 </a:t>
            </a:r>
            <a:r>
              <a:rPr lang="en-US" sz="17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AGENTS.md</a:t>
            </a:r>
            <a:r>
              <a:rPr lang="en-US" sz="1900" dirty="0">
                <a:solidFill>
                  <a:srgbClr val="B423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哪一條，讓它修正後重來。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48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今天最重要的一件事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3544824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100"/>
              </a:spcAft>
              <a:buNone/>
            </a:pPr>
            <a:r>
              <a:rPr lang="en-US" sz="24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Agent 替你寫指令、送作業、解讀結果。</a:t>
            </a:r>
            <a:endParaRPr lang="en-US" sz="2400" dirty="0"/>
          </a:p>
          <a:p>
            <a:pPr indent="0" marL="0">
              <a:lnSpc>
                <a:spcPct val="105000"/>
              </a:lnSpc>
              <a:spcAft>
                <a:spcPts val="1100"/>
              </a:spcAft>
              <a:buNone/>
            </a:pPr>
            <a:r>
              <a:rPr lang="en-US" sz="24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你負責確認它的計畫與結果是否正確。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確認計畫：帳號、佇列、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-c 8 --mem=62G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、資料放哪裡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確認結果：作業真的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COMPLETED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、報告真的產生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發現錯誤：用說的糾正它</a:t>
            </a:r>
            <a:endParaRPr lang="en-US" sz="24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👉 第二堂：把這些「糾正 AI」的經驗，存成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你自己的 skill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49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02 章常見問題</a:t>
            </a:r>
            <a:endParaRPr lang="en-US" sz="32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5447538"/>
                <a:gridCol w="5555437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狀況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解法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卡在「Waiting for 2FA...」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看視窗頂部輸入框，或 Output → Remote - SSH 分頁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找不到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/work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File → Open Folder，手動輸入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/work/你的帳號/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nano4-proxy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出現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Connection refused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proxy 視窗被關掉或已逾時，重新啟動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找不到 Codex 或 Claude Code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確認左下角是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SSH: nano4-proxy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，再裝到遠端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不知道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GOV115088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ngs62g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工作資料夾要開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$HOME/Nano4-Docs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，開新對話再問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今天學到了什麼</a:t>
            </a:r>
            <a:endParaRPr lang="en-US" sz="32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1375955"/>
                <a:gridCol w="9627020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主題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重點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連線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ssh nano4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＋ 2FA；ssh-proxy 讓 Antigravity 只認證一次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程式碼放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$HOME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、資料放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/work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、不放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/tmp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；用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hfsquota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查配額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軟體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module load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；FastQC 要搭配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biology/JDK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Slurm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GOV115088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→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ngs62g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→ 固定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-c 8 --mem=62G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Agent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三個 Agent 裝在遠端；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AGENTS.md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讓它們守規則；用自然語言派送作業，自己驗證結果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51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下課前檢核 ✅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2452370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1.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能透過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nano4-proxy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用 Antigravity 開啟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/work/&lt;帳號&gt;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，而且不再輸入 OTP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2.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至少一個 Agent 能說出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GOV115088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ngs62g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與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-c 8 --mem=62G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3.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sacct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查得到練習 6 的作業：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1560" y="3933698"/>
            <a:ext cx="10545775" cy="608076"/>
          </a:xfrm>
          <a:prstGeom prst="roundRect">
            <a:avLst>
              <a:gd name="adj" fmla="val 9023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4006850"/>
            <a:ext cx="10362895" cy="4617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sacct -X -o JobID,JobName,State,Elapsed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742942"/>
            <a:ext cx="11002975" cy="613918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4.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離開前在 proxy 視窗按 </a:t>
            </a:r>
            <a:r>
              <a:rPr lang="en-US" sz="2000" b="1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Ctrl+C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（尤其是共用電腦）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52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課後自學（選做）</a:t>
            </a:r>
            <a:endParaRPr lang="en-US" sz="32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80160"/>
          <a:ext cx="11002975" cy="914400"/>
        </p:xfrm>
        <a:graphic>
          <a:graphicData uri="http://schemas.openxmlformats.org/drawingml/2006/table">
            <a:tbl>
              <a:tblPr/>
              <a:tblGrid>
                <a:gridCol w="3190396"/>
                <a:gridCol w="7812579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章節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01 章 練習 2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 Port 2222 雙向傳檔（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scp -P 2222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）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01 章 練習 4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uv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/work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建立 Python 環境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01 章 練習 6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 </a:t>
                      </a:r>
                      <a:r>
                        <a:rPr lang="en-US" sz="1700" dirty="0">
                          <a:solidFill>
                            <a:srgbClr val="111827"/>
                          </a:solidFill>
                          <a:highlight>
                            <a:srgbClr val="E8ECF2"/>
                          </a:highlight>
                          <a:latin typeface="Consolas" pitchFamily="34" charset="0"/>
                          <a:ea typeface="Microsoft JhengHei" pitchFamily="34" charset="-122"/>
                          <a:cs typeface="Consolas" pitchFamily="34" charset="-120"/>
                        </a:rPr>
                        <a:t>salloc</a:t>
                      </a: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 進入互動式計算節點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01 章 §6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從台灣杉三號（T3）搬遷資料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02 章 練習 6 B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換另一個 Agent 再做一次，比較兩個 Agent 的腳本</a:t>
                      </a:r>
                      <a:endParaRPr lang="en-US" sz="18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53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下一堂預告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349732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100"/>
              </a:spcAft>
              <a:buNone/>
            </a:pPr>
            <a:r>
              <a:rPr lang="en-US" sz="24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第二堂：Slurm 與我的 skill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03 章：親手送出標準、陣列、相依作業，用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seff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檢查資源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用自然語言請 Agent 多輪完成同樣的工作，並糾正它的錯誤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把經驗存成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你自己的 skill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my-nano4-slurm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04 章：用自己的 skill 做 FASTQ 質控，和 Agent 一起讀懂報告</a:t>
            </a:r>
            <a:endParaRPr lang="en-US" sz="24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📖 講義：</a:t>
            </a:r>
            <a:r>
              <a:rPr lang="en-US" sz="2000" u="sng" dirty="0">
                <a:solidFill>
                  <a:srgbClr val="1D4ED8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https://gemini960114.github.io/Nano4-Docs/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4978654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謝謝大家！🙌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54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要執行指令時，會先問你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384657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Codex、Claude Code 在執行指令或寫入檔案前，會跳出確認視窗：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先看它要跑什麼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，不要直接按「允許」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看到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檢查帳號、佇列與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-c 8 --mem=62G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看到在登入節點直接執行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fastqc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multiqc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等運算 → </a:t>
            </a:r>
            <a:r>
              <a:rPr lang="en-US" sz="22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拒絕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，請它改用 </a:t>
            </a:r>
            <a:r>
              <a:rPr lang="en-US" sz="20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sbatch</a:t>
            </a:r>
            <a:endParaRPr lang="en-US" sz="2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</a:t>
            </a: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看不懂的指令 → 先問 Agent：「這個指令是做什麼的？」</a:t>
            </a:r>
            <a:endParaRPr lang="en-US" sz="22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👉 你負責確認，AI 負責執行。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MultiQC 報告，看一眼成果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280160"/>
            <a:ext cx="11002975" cy="2387346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報告在遠端 Nano4 上，兩種打開方式：</a:t>
            </a:r>
            <a:endParaRPr lang="en-US" sz="1700" dirty="0"/>
          </a:p>
          <a:p>
            <a:pPr indent="0" marL="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方式 A：下載到筆電</a:t>
            </a:r>
            <a:endParaRPr lang="en-US" sz="1700" dirty="0"/>
          </a:p>
          <a:p>
            <a:pPr indent="0" marL="0">
              <a:lnSpc>
                <a:spcPct val="105000"/>
              </a:lnSpc>
              <a:spcBef>
                <a:spcPts val="700"/>
              </a:spcBef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檔案總管找到 </a:t>
            </a:r>
            <a:r>
              <a:rPr lang="en-US" sz="16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/work/&lt;帳號&gt;/day1_qc/multiqc_out/multiqc_report.html</a:t>
            </a: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按右鍵 → </a:t>
            </a:r>
            <a:r>
              <a:rPr lang="en-US" sz="17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Download...</a:t>
            </a: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在筆電瀏覽器開啟</a:t>
            </a:r>
            <a:endParaRPr lang="en-US" sz="1700" dirty="0"/>
          </a:p>
          <a:p>
            <a:pPr indent="0" marL="0">
              <a:lnSpc>
                <a:spcPct val="105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1B3A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方式 B：連接埠轉送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94360" y="3868674"/>
            <a:ext cx="11002975" cy="773176"/>
          </a:xfrm>
          <a:prstGeom prst="roundRect">
            <a:avLst>
              <a:gd name="adj" fmla="val 7096"/>
            </a:avLst>
          </a:prstGeom>
          <a:solidFill>
            <a:srgbClr val="F3F4F6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941826"/>
            <a:ext cx="10820095" cy="626872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cd "$HOME/Nano4-Docs/04-ai-assisted-bio-pipeline/scripts"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bash view_multiqc_report.sh /work/$USER/day1_qc/multiqc_out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43018"/>
            <a:ext cx="11002975" cy="1388999"/>
          </a:xfrm>
          <a:prstGeom prst="rect">
            <a:avLst/>
          </a:prstGeom>
          <a:noFill/>
          <a:ln/>
        </p:spPr>
        <p:txBody>
          <a:bodyPr wrap="square" lIns="38100" tIns="50800" rIns="50800" bIns="38100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依畫面提示在瀏覽器打開 </a:t>
            </a:r>
            <a:r>
              <a:rPr lang="en-US" sz="16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http://localhost:&lt;埠號&gt;/multiqc_report.html</a:t>
            </a:r>
            <a:endParaRPr lang="en-US" sz="17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看完執行 </a:t>
            </a:r>
            <a:r>
              <a:rPr lang="en-US" sz="1600" dirty="0">
                <a:solidFill>
                  <a:srgbClr val="111827"/>
                </a:solidFill>
                <a:highlight>
                  <a:srgbClr val="E8ECF2"/>
                </a:highlight>
                <a:latin typeface="Consolas" pitchFamily="34" charset="0"/>
                <a:ea typeface="Microsoft JhengHei" pitchFamily="34" charset="-122"/>
                <a:cs typeface="Consolas" pitchFamily="34" charset="-120"/>
              </a:rPr>
              <a:t>tmux kill-session -t svc-multiqc-report</a:t>
            </a: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關閉預覽</a:t>
            </a:r>
            <a:endParaRPr lang="en-US" sz="1700" dirty="0"/>
          </a:p>
          <a:p>
            <a:pPr indent="0" marL="0">
              <a:lnSpc>
                <a:spcPct val="105000"/>
              </a:lnSpc>
              <a:spcBef>
                <a:spcPts val="700"/>
              </a:spcBef>
              <a:spcAft>
                <a:spcPts val="8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📌 先看一眼：4 個樣本的品質分數都在綠色區。怎麼讀懂整份報告，第二堂第 04 章會教。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Nano4 GP1 生醫 HPC 實戰課程：第一堂</dc:title>
  <dc:subject>PptxGenJS Presentation</dc:subject>
  <dc:creator>NCHC Nano4 課程</dc:creator>
  <cp:lastModifiedBy>NCHC Nano4 課程</cp:lastModifiedBy>
  <cp:revision>1</cp:revision>
  <dcterms:created xsi:type="dcterms:W3CDTF">2026-09-23T14:21:09Z</dcterms:created>
  <dcterms:modified xsi:type="dcterms:W3CDTF">2026-09-23T14:21:09Z</dcterms:modified>
</cp:coreProperties>
</file>